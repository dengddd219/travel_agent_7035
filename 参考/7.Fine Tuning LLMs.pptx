
<file path=[Content_Types].xml><?xml version="1.0" encoding="utf-8"?>
<Types xmlns="http://schemas.openxmlformats.org/package/2006/content-types">
  <Default Extension="jpeg" ContentType="image/jpeg"/>
  <Default Extension="JPG" ContentType="image/.jpg"/>
  <Default Extension="tiff" ContentType="image/tiff"/>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diagrams/colors1.xml" ContentType="application/vnd.openxmlformats-officedocument.drawingml.diagramColors+xml"/>
  <Override PartName="/ppt/diagrams/data1.xml" ContentType="application/vnd.openxmlformats-officedocument.drawingml.diagramData+xml"/>
  <Override PartName="/ppt/diagrams/drawing1.xml" ContentType="application/vnd.ms-office.drawingml.diagramDrawing+xml"/>
  <Override PartName="/ppt/diagrams/layout1.xml" ContentType="application/vnd.openxmlformats-officedocument.drawingml.diagramLayout+xml"/>
  <Override PartName="/ppt/diagrams/quickStyle1.xml" ContentType="application/vnd.openxmlformats-officedocument.drawingml.diagramStyle+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autoCompressPictures="0">
  <p:sldMasterIdLst>
    <p:sldMasterId id="2147483648" r:id="rId1"/>
  </p:sldMasterIdLst>
  <p:notesMasterIdLst>
    <p:notesMasterId r:id="rId8"/>
  </p:notesMasterIdLst>
  <p:sldIdLst>
    <p:sldId id="257" r:id="rId3"/>
    <p:sldId id="15077886" r:id="rId4"/>
    <p:sldId id="15077772" r:id="rId5"/>
    <p:sldId id="1031" r:id="rId6"/>
    <p:sldId id="15077760" r:id="rId7"/>
    <p:sldId id="15077778" r:id="rId9"/>
    <p:sldId id="15077832" r:id="rId10"/>
    <p:sldId id="15077762" r:id="rId11"/>
    <p:sldId id="15077790" r:id="rId12"/>
    <p:sldId id="15077857" r:id="rId13"/>
    <p:sldId id="15077773" r:id="rId14"/>
    <p:sldId id="15077774" r:id="rId15"/>
    <p:sldId id="15077775" r:id="rId16"/>
    <p:sldId id="15077776" r:id="rId17"/>
    <p:sldId id="15077855" r:id="rId18"/>
    <p:sldId id="15077856" r:id="rId19"/>
    <p:sldId id="15077858" r:id="rId20"/>
    <p:sldId id="15077835" r:id="rId21"/>
    <p:sldId id="15077836" r:id="rId22"/>
    <p:sldId id="15077871" r:id="rId23"/>
    <p:sldId id="292" r:id="rId24"/>
    <p:sldId id="304" r:id="rId25"/>
    <p:sldId id="15077874" r:id="rId26"/>
    <p:sldId id="15077873" r:id="rId27"/>
    <p:sldId id="15077875" r:id="rId28"/>
    <p:sldId id="281" r:id="rId29"/>
    <p:sldId id="15077880" r:id="rId30"/>
    <p:sldId id="15077881" r:id="rId31"/>
    <p:sldId id="15077883" r:id="rId32"/>
    <p:sldId id="15077882" r:id="rId33"/>
    <p:sldId id="15077879" r:id="rId34"/>
    <p:sldId id="15077859" r:id="rId35"/>
    <p:sldId id="15077860" r:id="rId36"/>
    <p:sldId id="15077867" r:id="rId37"/>
    <p:sldId id="15077866" r:id="rId38"/>
    <p:sldId id="15077862" r:id="rId39"/>
    <p:sldId id="15077861" r:id="rId40"/>
    <p:sldId id="15077863" r:id="rId41"/>
    <p:sldId id="15077864" r:id="rId42"/>
    <p:sldId id="15077865" r:id="rId43"/>
    <p:sldId id="15077868" r:id="rId44"/>
    <p:sldId id="15077869" r:id="rId45"/>
    <p:sldId id="15077870" r:id="rId46"/>
    <p:sldId id="15077878" r:id="rId47"/>
    <p:sldId id="15077884" r:id="rId48"/>
    <p:sldId id="15077885" r:id="rId49"/>
    <p:sldId id="15077833" r:id="rId50"/>
    <p:sldId id="15077834" r:id="rId51"/>
    <p:sldId id="15077839" r:id="rId52"/>
    <p:sldId id="15077844" r:id="rId53"/>
    <p:sldId id="15077837" r:id="rId54"/>
    <p:sldId id="15077841" r:id="rId55"/>
    <p:sldId id="15077842" r:id="rId56"/>
    <p:sldId id="15077843" r:id="rId57"/>
    <p:sldId id="15077845" r:id="rId58"/>
    <p:sldId id="15077846" r:id="rId59"/>
    <p:sldId id="15077847" r:id="rId60"/>
    <p:sldId id="15077848" r:id="rId61"/>
    <p:sldId id="15077838" r:id="rId62"/>
    <p:sldId id="15077840" r:id="rId63"/>
    <p:sldId id="15077849" r:id="rId64"/>
    <p:sldId id="15077851" r:id="rId65"/>
    <p:sldId id="903" r:id="rId66"/>
    <p:sldId id="15077850" r:id="rId67"/>
    <p:sldId id="15077853" r:id="rId68"/>
    <p:sldId id="15077854" r:id="rId6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ACDD34"/>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2833802-FEF1-4C79-8D5D-14CF1EAF98D9}" styleName="浅色样式 2 - 强调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295"/>
    <p:restoredTop sz="81712"/>
  </p:normalViewPr>
  <p:slideViewPr>
    <p:cSldViewPr snapToGrid="0" snapToObjects="1">
      <p:cViewPr varScale="1">
        <p:scale>
          <a:sx n="102" d="100"/>
          <a:sy n="102" d="100"/>
        </p:scale>
        <p:origin x="1576" y="192"/>
      </p:cViewPr>
      <p:guideLst/>
    </p:cSldViewPr>
  </p:slideViewPr>
  <p:notesTextViewPr>
    <p:cViewPr>
      <p:scale>
        <a:sx n="1" d="1"/>
        <a:sy n="1" d="1"/>
      </p:scale>
      <p:origin x="0" y="0"/>
    </p:cViewPr>
  </p:notesTextViewPr>
  <p:sorterViewPr>
    <p:cViewPr>
      <p:scale>
        <a:sx n="87" d="100"/>
        <a:sy n="87" d="100"/>
      </p:scale>
      <p:origin x="0" y="0"/>
    </p:cViewPr>
  </p:sorter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notesMaster" Target="notesMasters/notesMaster1.xml"/><Relationship Id="rId72" Type="http://schemas.openxmlformats.org/officeDocument/2006/relationships/tableStyles" Target="tableStyles.xml"/><Relationship Id="rId71" Type="http://schemas.openxmlformats.org/officeDocument/2006/relationships/viewProps" Target="viewProps.xml"/><Relationship Id="rId70" Type="http://schemas.openxmlformats.org/officeDocument/2006/relationships/presProps" Target="presProps.xml"/><Relationship Id="rId7" Type="http://schemas.openxmlformats.org/officeDocument/2006/relationships/slide" Target="slides/slide5.xml"/><Relationship Id="rId69" Type="http://schemas.openxmlformats.org/officeDocument/2006/relationships/slide" Target="slides/slide66.xml"/><Relationship Id="rId68" Type="http://schemas.openxmlformats.org/officeDocument/2006/relationships/slide" Target="slides/slide65.xml"/><Relationship Id="rId67" Type="http://schemas.openxmlformats.org/officeDocument/2006/relationships/slide" Target="slides/slide64.xml"/><Relationship Id="rId66" Type="http://schemas.openxmlformats.org/officeDocument/2006/relationships/slide" Target="slides/slide63.xml"/><Relationship Id="rId65" Type="http://schemas.openxmlformats.org/officeDocument/2006/relationships/slide" Target="slides/slide62.xml"/><Relationship Id="rId64" Type="http://schemas.openxmlformats.org/officeDocument/2006/relationships/slide" Target="slides/slide61.xml"/><Relationship Id="rId63" Type="http://schemas.openxmlformats.org/officeDocument/2006/relationships/slide" Target="slides/slide60.xml"/><Relationship Id="rId62" Type="http://schemas.openxmlformats.org/officeDocument/2006/relationships/slide" Target="slides/slide59.xml"/><Relationship Id="rId61" Type="http://schemas.openxmlformats.org/officeDocument/2006/relationships/slide" Target="slides/slide58.xml"/><Relationship Id="rId60" Type="http://schemas.openxmlformats.org/officeDocument/2006/relationships/slide" Target="slides/slide57.xml"/><Relationship Id="rId6" Type="http://schemas.openxmlformats.org/officeDocument/2006/relationships/slide" Target="slides/slide4.xml"/><Relationship Id="rId59" Type="http://schemas.openxmlformats.org/officeDocument/2006/relationships/slide" Target="slides/slide56.xml"/><Relationship Id="rId58" Type="http://schemas.openxmlformats.org/officeDocument/2006/relationships/slide" Target="slides/slide55.xml"/><Relationship Id="rId57" Type="http://schemas.openxmlformats.org/officeDocument/2006/relationships/slide" Target="slides/slide54.xml"/><Relationship Id="rId56" Type="http://schemas.openxmlformats.org/officeDocument/2006/relationships/slide" Target="slides/slide53.xml"/><Relationship Id="rId55" Type="http://schemas.openxmlformats.org/officeDocument/2006/relationships/slide" Target="slides/slide52.xml"/><Relationship Id="rId54" Type="http://schemas.openxmlformats.org/officeDocument/2006/relationships/slide" Target="slides/slide51.xml"/><Relationship Id="rId53" Type="http://schemas.openxmlformats.org/officeDocument/2006/relationships/slide" Target="slides/slide50.xml"/><Relationship Id="rId52" Type="http://schemas.openxmlformats.org/officeDocument/2006/relationships/slide" Target="slides/slide49.xml"/><Relationship Id="rId51" Type="http://schemas.openxmlformats.org/officeDocument/2006/relationships/slide" Target="slides/slide48.xml"/><Relationship Id="rId50" Type="http://schemas.openxmlformats.org/officeDocument/2006/relationships/slide" Target="slides/slide47.xml"/><Relationship Id="rId5" Type="http://schemas.openxmlformats.org/officeDocument/2006/relationships/slide" Target="slides/slide3.xml"/><Relationship Id="rId49" Type="http://schemas.openxmlformats.org/officeDocument/2006/relationships/slide" Target="slides/slide46.xml"/><Relationship Id="rId48" Type="http://schemas.openxmlformats.org/officeDocument/2006/relationships/slide" Target="slides/slide45.xml"/><Relationship Id="rId47" Type="http://schemas.openxmlformats.org/officeDocument/2006/relationships/slide" Target="slides/slide44.xml"/><Relationship Id="rId46" Type="http://schemas.openxmlformats.org/officeDocument/2006/relationships/slide" Target="slides/slide43.xml"/><Relationship Id="rId45" Type="http://schemas.openxmlformats.org/officeDocument/2006/relationships/slide" Target="slides/slide42.xml"/><Relationship Id="rId44" Type="http://schemas.openxmlformats.org/officeDocument/2006/relationships/slide" Target="slides/slide41.xml"/><Relationship Id="rId43" Type="http://schemas.openxmlformats.org/officeDocument/2006/relationships/slide" Target="slides/slide40.xml"/><Relationship Id="rId42" Type="http://schemas.openxmlformats.org/officeDocument/2006/relationships/slide" Target="slides/slide39.xml"/><Relationship Id="rId41" Type="http://schemas.openxmlformats.org/officeDocument/2006/relationships/slide" Target="slides/slide38.xml"/><Relationship Id="rId40" Type="http://schemas.openxmlformats.org/officeDocument/2006/relationships/slide" Target="slides/slide37.xml"/><Relationship Id="rId4" Type="http://schemas.openxmlformats.org/officeDocument/2006/relationships/slide" Target="slides/slide2.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diagrams/colors1.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colorsDef>
</file>

<file path=ppt/diagrams/data1.xml><?xml version="1.0" encoding="utf-8"?>
<dgm:dataModel xmlns:dgm="http://schemas.openxmlformats.org/drawingml/2006/diagram" xmlns:a="http://schemas.openxmlformats.org/drawingml/2006/main">
  <dgm:ptLst>
    <dgm:pt modelId="{A7A719EA-E62E-DB4E-B95A-BAB9FFC0BFD0}" type="doc">
      <dgm:prSet loTypeId="urn:microsoft.com/office/officeart/2005/8/layout/process1" loCatId="process" qsTypeId="urn:microsoft.com/office/officeart/2005/8/quickstyle/simple1" qsCatId="simple" csTypeId="urn:microsoft.com/office/officeart/2005/8/colors/colorful1" csCatId="colorful" phldr="1"/>
      <dgm:spPr/>
      <dgm:t>
        <a:bodyPr/>
        <a:lstStyle/>
        <a:p>
          <a:endParaRPr lang="en-GB"/>
        </a:p>
      </dgm:t>
    </dgm:pt>
    <dgm:pt modelId="{020D16AD-41D1-EA4C-BBDD-F286DDDD491E}">
      <dgm:prSet phldrT="[Text]"/>
      <dgm:spPr/>
      <dgm:t>
        <a:bodyPr/>
        <a:lstStyle/>
        <a:p>
          <a:r>
            <a:rPr lang="en-GB" dirty="0"/>
            <a:t>Planning</a:t>
          </a:r>
        </a:p>
      </dgm:t>
    </dgm:pt>
    <dgm:pt modelId="{B8846CA8-8F0F-A740-8D0D-1CCB26D04C1B}" cxnId="{33DCB5C9-9538-1F49-B7F6-30E9C19D5824}" type="parTrans">
      <dgm:prSet/>
      <dgm:spPr/>
      <dgm:t>
        <a:bodyPr/>
        <a:lstStyle/>
        <a:p>
          <a:endParaRPr lang="en-GB"/>
        </a:p>
      </dgm:t>
    </dgm:pt>
    <dgm:pt modelId="{667D8375-EC0A-2A46-BA10-FF6FC471676D}" cxnId="{33DCB5C9-9538-1F49-B7F6-30E9C19D5824}" type="sibTrans">
      <dgm:prSet/>
      <dgm:spPr/>
      <dgm:t>
        <a:bodyPr/>
        <a:lstStyle/>
        <a:p>
          <a:endParaRPr lang="en-GB"/>
        </a:p>
      </dgm:t>
    </dgm:pt>
    <dgm:pt modelId="{C4D83A50-C673-0A4C-96DB-83C20BA627D0}">
      <dgm:prSet phldrT="[Text]"/>
      <dgm:spPr/>
      <dgm:t>
        <a:bodyPr/>
        <a:lstStyle/>
        <a:p>
          <a:r>
            <a:rPr lang="en-GB" dirty="0"/>
            <a:t>Translating</a:t>
          </a:r>
        </a:p>
      </dgm:t>
    </dgm:pt>
    <dgm:pt modelId="{6238472F-4AE8-024E-A3EC-510F48773201}" cxnId="{E10A5ACD-286A-4D45-9B80-42AFA1D679A4}" type="parTrans">
      <dgm:prSet/>
      <dgm:spPr/>
      <dgm:t>
        <a:bodyPr/>
        <a:lstStyle/>
        <a:p>
          <a:endParaRPr lang="en-GB"/>
        </a:p>
      </dgm:t>
    </dgm:pt>
    <dgm:pt modelId="{AAA7AA41-7247-CE46-85CD-F77592CA9077}" cxnId="{E10A5ACD-286A-4D45-9B80-42AFA1D679A4}" type="sibTrans">
      <dgm:prSet/>
      <dgm:spPr/>
      <dgm:t>
        <a:bodyPr/>
        <a:lstStyle/>
        <a:p>
          <a:endParaRPr lang="en-GB"/>
        </a:p>
      </dgm:t>
    </dgm:pt>
    <dgm:pt modelId="{1C6691E8-FCE5-2348-860F-91F854D5922D}">
      <dgm:prSet phldrT="[Text]"/>
      <dgm:spPr/>
      <dgm:t>
        <a:bodyPr/>
        <a:lstStyle/>
        <a:p>
          <a:r>
            <a:rPr lang="en-GB" dirty="0"/>
            <a:t>Editing</a:t>
          </a:r>
        </a:p>
      </dgm:t>
    </dgm:pt>
    <dgm:pt modelId="{0403B587-FBE8-4549-8FAC-CC64F1799596}" cxnId="{4BEA1A8D-687D-0148-9589-FDDCACFC6D11}" type="parTrans">
      <dgm:prSet/>
      <dgm:spPr/>
      <dgm:t>
        <a:bodyPr/>
        <a:lstStyle/>
        <a:p>
          <a:endParaRPr lang="en-GB"/>
        </a:p>
      </dgm:t>
    </dgm:pt>
    <dgm:pt modelId="{C58D6C5F-D553-2244-B08E-A33EC25DB898}" cxnId="{4BEA1A8D-687D-0148-9589-FDDCACFC6D11}" type="sibTrans">
      <dgm:prSet/>
      <dgm:spPr/>
      <dgm:t>
        <a:bodyPr/>
        <a:lstStyle/>
        <a:p>
          <a:endParaRPr lang="en-GB"/>
        </a:p>
      </dgm:t>
    </dgm:pt>
    <dgm:pt modelId="{2682FDC7-869F-6741-A919-7CF820A114FF}" type="pres">
      <dgm:prSet presAssocID="{A7A719EA-E62E-DB4E-B95A-BAB9FFC0BFD0}" presName="Name0" presStyleCnt="0">
        <dgm:presLayoutVars>
          <dgm:dir/>
          <dgm:resizeHandles val="exact"/>
        </dgm:presLayoutVars>
      </dgm:prSet>
      <dgm:spPr/>
    </dgm:pt>
    <dgm:pt modelId="{CE16072C-BEDB-8B43-8CA0-6DCC254B5BA1}" type="pres">
      <dgm:prSet presAssocID="{020D16AD-41D1-EA4C-BBDD-F286DDDD491E}" presName="node" presStyleLbl="node1" presStyleIdx="0" presStyleCnt="3">
        <dgm:presLayoutVars>
          <dgm:bulletEnabled val="1"/>
        </dgm:presLayoutVars>
      </dgm:prSet>
      <dgm:spPr/>
    </dgm:pt>
    <dgm:pt modelId="{8154D1E7-5D83-E04B-8ECC-2B418EB4A52F}" type="pres">
      <dgm:prSet presAssocID="{667D8375-EC0A-2A46-BA10-FF6FC471676D}" presName="sibTrans" presStyleLbl="sibTrans2D1" presStyleIdx="0" presStyleCnt="2"/>
      <dgm:spPr/>
    </dgm:pt>
    <dgm:pt modelId="{D03CFAA8-D3BB-F847-BD32-9EC34B8DDE38}" type="pres">
      <dgm:prSet presAssocID="{667D8375-EC0A-2A46-BA10-FF6FC471676D}" presName="connectorText" presStyleLbl="sibTrans2D1" presStyleIdx="0" presStyleCnt="2"/>
      <dgm:spPr/>
    </dgm:pt>
    <dgm:pt modelId="{3D2CF97C-7E22-4A4F-BA9A-873B2BE6AC8C}" type="pres">
      <dgm:prSet presAssocID="{C4D83A50-C673-0A4C-96DB-83C20BA627D0}" presName="node" presStyleLbl="node1" presStyleIdx="1" presStyleCnt="3">
        <dgm:presLayoutVars>
          <dgm:bulletEnabled val="1"/>
        </dgm:presLayoutVars>
      </dgm:prSet>
      <dgm:spPr/>
    </dgm:pt>
    <dgm:pt modelId="{16A323B4-DD87-B741-A8AE-7439D534C4A4}" type="pres">
      <dgm:prSet presAssocID="{AAA7AA41-7247-CE46-85CD-F77592CA9077}" presName="sibTrans" presStyleLbl="sibTrans2D1" presStyleIdx="1" presStyleCnt="2"/>
      <dgm:spPr/>
    </dgm:pt>
    <dgm:pt modelId="{97915108-FF23-084A-90CD-11E4EC1FEBC7}" type="pres">
      <dgm:prSet presAssocID="{AAA7AA41-7247-CE46-85CD-F77592CA9077}" presName="connectorText" presStyleLbl="sibTrans2D1" presStyleIdx="1" presStyleCnt="2"/>
      <dgm:spPr/>
    </dgm:pt>
    <dgm:pt modelId="{D603A97E-9288-8844-B7B3-DA2C5C5A3775}" type="pres">
      <dgm:prSet presAssocID="{1C6691E8-FCE5-2348-860F-91F854D5922D}" presName="node" presStyleLbl="node1" presStyleIdx="2" presStyleCnt="3">
        <dgm:presLayoutVars>
          <dgm:bulletEnabled val="1"/>
        </dgm:presLayoutVars>
      </dgm:prSet>
      <dgm:spPr/>
    </dgm:pt>
  </dgm:ptLst>
  <dgm:cxnLst>
    <dgm:cxn modelId="{71929A35-F4D6-1849-876E-C4307E5D3BEB}" type="presOf" srcId="{667D8375-EC0A-2A46-BA10-FF6FC471676D}" destId="{8154D1E7-5D83-E04B-8ECC-2B418EB4A52F}" srcOrd="0" destOrd="0" presId="urn:microsoft.com/office/officeart/2005/8/layout/process1"/>
    <dgm:cxn modelId="{F949EA35-B003-BD44-9B7D-9DD6364E2523}" type="presOf" srcId="{C4D83A50-C673-0A4C-96DB-83C20BA627D0}" destId="{3D2CF97C-7E22-4A4F-BA9A-873B2BE6AC8C}" srcOrd="0" destOrd="0" presId="urn:microsoft.com/office/officeart/2005/8/layout/process1"/>
    <dgm:cxn modelId="{75E36650-656A-5D48-8396-81DA7A6BE4EC}" type="presOf" srcId="{1C6691E8-FCE5-2348-860F-91F854D5922D}" destId="{D603A97E-9288-8844-B7B3-DA2C5C5A3775}" srcOrd="0" destOrd="0" presId="urn:microsoft.com/office/officeart/2005/8/layout/process1"/>
    <dgm:cxn modelId="{56D2B056-4A88-7241-9652-F2F3AA01C5F9}" type="presOf" srcId="{667D8375-EC0A-2A46-BA10-FF6FC471676D}" destId="{D03CFAA8-D3BB-F847-BD32-9EC34B8DDE38}" srcOrd="1" destOrd="0" presId="urn:microsoft.com/office/officeart/2005/8/layout/process1"/>
    <dgm:cxn modelId="{692F4684-CA34-2F44-970C-C0FB3CE0D51D}" type="presOf" srcId="{A7A719EA-E62E-DB4E-B95A-BAB9FFC0BFD0}" destId="{2682FDC7-869F-6741-A919-7CF820A114FF}" srcOrd="0" destOrd="0" presId="urn:microsoft.com/office/officeart/2005/8/layout/process1"/>
    <dgm:cxn modelId="{4BEA1A8D-687D-0148-9589-FDDCACFC6D11}" srcId="{A7A719EA-E62E-DB4E-B95A-BAB9FFC0BFD0}" destId="{1C6691E8-FCE5-2348-860F-91F854D5922D}" srcOrd="2" destOrd="0" parTransId="{0403B587-FBE8-4549-8FAC-CC64F1799596}" sibTransId="{C58D6C5F-D553-2244-B08E-A33EC25DB898}"/>
    <dgm:cxn modelId="{FF1D2EAC-8517-1A4E-9F1D-FFAC429EBA8E}" type="presOf" srcId="{AAA7AA41-7247-CE46-85CD-F77592CA9077}" destId="{16A323B4-DD87-B741-A8AE-7439D534C4A4}" srcOrd="0" destOrd="0" presId="urn:microsoft.com/office/officeart/2005/8/layout/process1"/>
    <dgm:cxn modelId="{E5D510B4-F6D9-674D-AE3B-C02B2C3375B4}" type="presOf" srcId="{020D16AD-41D1-EA4C-BBDD-F286DDDD491E}" destId="{CE16072C-BEDB-8B43-8CA0-6DCC254B5BA1}" srcOrd="0" destOrd="0" presId="urn:microsoft.com/office/officeart/2005/8/layout/process1"/>
    <dgm:cxn modelId="{33DCB5C9-9538-1F49-B7F6-30E9C19D5824}" srcId="{A7A719EA-E62E-DB4E-B95A-BAB9FFC0BFD0}" destId="{020D16AD-41D1-EA4C-BBDD-F286DDDD491E}" srcOrd="0" destOrd="0" parTransId="{B8846CA8-8F0F-A740-8D0D-1CCB26D04C1B}" sibTransId="{667D8375-EC0A-2A46-BA10-FF6FC471676D}"/>
    <dgm:cxn modelId="{E10A5ACD-286A-4D45-9B80-42AFA1D679A4}" srcId="{A7A719EA-E62E-DB4E-B95A-BAB9FFC0BFD0}" destId="{C4D83A50-C673-0A4C-96DB-83C20BA627D0}" srcOrd="1" destOrd="0" parTransId="{6238472F-4AE8-024E-A3EC-510F48773201}" sibTransId="{AAA7AA41-7247-CE46-85CD-F77592CA9077}"/>
    <dgm:cxn modelId="{818ED7D7-F54F-6C4C-8EC3-FC8DC3EFE052}" type="presOf" srcId="{AAA7AA41-7247-CE46-85CD-F77592CA9077}" destId="{97915108-FF23-084A-90CD-11E4EC1FEBC7}" srcOrd="1" destOrd="0" presId="urn:microsoft.com/office/officeart/2005/8/layout/process1"/>
    <dgm:cxn modelId="{9368B975-9D22-A84C-9C05-501448FD4F7C}" type="presParOf" srcId="{2682FDC7-869F-6741-A919-7CF820A114FF}" destId="{CE16072C-BEDB-8B43-8CA0-6DCC254B5BA1}" srcOrd="0" destOrd="0" presId="urn:microsoft.com/office/officeart/2005/8/layout/process1"/>
    <dgm:cxn modelId="{37092741-9B1B-6D4A-B8EA-60C0DB9379D7}" type="presParOf" srcId="{2682FDC7-869F-6741-A919-7CF820A114FF}" destId="{8154D1E7-5D83-E04B-8ECC-2B418EB4A52F}" srcOrd="1" destOrd="0" presId="urn:microsoft.com/office/officeart/2005/8/layout/process1"/>
    <dgm:cxn modelId="{FB8951A7-E916-A449-9825-783801762FD7}" type="presParOf" srcId="{8154D1E7-5D83-E04B-8ECC-2B418EB4A52F}" destId="{D03CFAA8-D3BB-F847-BD32-9EC34B8DDE38}" srcOrd="0" destOrd="0" presId="urn:microsoft.com/office/officeart/2005/8/layout/process1"/>
    <dgm:cxn modelId="{DC700EBC-0D5E-9D45-9CE6-52A02A68AC20}" type="presParOf" srcId="{2682FDC7-869F-6741-A919-7CF820A114FF}" destId="{3D2CF97C-7E22-4A4F-BA9A-873B2BE6AC8C}" srcOrd="2" destOrd="0" presId="urn:microsoft.com/office/officeart/2005/8/layout/process1"/>
    <dgm:cxn modelId="{FE4C4273-B8E0-EA42-8055-B382AB7AA6FF}" type="presParOf" srcId="{2682FDC7-869F-6741-A919-7CF820A114FF}" destId="{16A323B4-DD87-B741-A8AE-7439D534C4A4}" srcOrd="3" destOrd="0" presId="urn:microsoft.com/office/officeart/2005/8/layout/process1"/>
    <dgm:cxn modelId="{24EA21AE-B324-594E-AE1B-279AD8A99BA2}" type="presParOf" srcId="{16A323B4-DD87-B741-A8AE-7439D534C4A4}" destId="{97915108-FF23-084A-90CD-11E4EC1FEBC7}" srcOrd="0" destOrd="0" presId="urn:microsoft.com/office/officeart/2005/8/layout/process1"/>
    <dgm:cxn modelId="{A9DB9CB1-8814-E845-9D42-8A658D47B5CE}" type="presParOf" srcId="{2682FDC7-869F-6741-A919-7CF820A114FF}" destId="{D603A97E-9288-8844-B7B3-DA2C5C5A3775}" srcOrd="4" destOrd="0" presId="urn:microsoft.com/office/officeart/2005/8/layout/process1"/>
  </dgm:cxnLst>
  <dgm:bg/>
  <dgm:whole/>
  <dgm:extLst>
    <a:ext uri="http://schemas.microsoft.com/office/drawing/2008/diagram">
      <dsp:dataModelExt xmlns:dsp="http://schemas.microsoft.com/office/drawing/2008/diagram" relId="rId5"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xmlns:r="http://schemas.openxmlformats.org/officeDocument/2006/relationships">
  <dsp:spTree>
    <dsp:nvGrpSpPr>
      <dsp:cNvPr id="2" name="组合 1"/>
      <dsp:cNvGrpSpPr/>
    </dsp:nvGrpSpPr>
    <dsp:grpSpPr>
      <a:xfrm>
        <a:off x="0" y="0"/>
        <a:ext cx="10515600" cy="4351338"/>
        <a:chOff x="0" y="0"/>
        <a:chExt cx="10515600" cy="4351338"/>
      </a:xfrm>
    </dsp:grpSpPr>
    <dsp:sp modelId="{CE16072C-BEDB-8B43-8CA0-6DCC254B5BA1}">
      <dsp:nvSpPr>
        <dsp:cNvPr id="3" name="圆角矩形 2"/>
        <dsp:cNvSpPr/>
      </dsp:nvSpPr>
      <dsp:spPr bwMode="white">
        <a:xfrm>
          <a:off x="0" y="1345490"/>
          <a:ext cx="2767263" cy="1660358"/>
        </a:xfrm>
        <a:prstGeom prst="roundRect">
          <a:avLst>
            <a:gd name="adj" fmla="val 10000"/>
          </a:avLst>
        </a:prstGeom>
      </dsp:spPr>
      <dsp:style>
        <a:lnRef idx="2">
          <a:schemeClr val="lt1"/>
        </a:lnRef>
        <a:fillRef idx="1">
          <a:schemeClr val="accent2"/>
        </a:fillRef>
        <a:effectRef idx="0">
          <a:scrgbClr r="0" g="0" b="0"/>
        </a:effectRef>
        <a:fontRef idx="minor">
          <a:schemeClr val="lt1"/>
        </a:fontRef>
      </dsp:style>
      <dsp:txBody>
        <a:bodyPr lIns="156210" tIns="156210" rIns="156210" bIns="156210" anchor="ctr"/>
        <a:lstStyle>
          <a:lvl1pPr algn="ctr">
            <a:defRPr sz="4100"/>
          </a:lvl1pPr>
          <a:lvl2pPr marL="285750" indent="-285750" algn="ctr">
            <a:defRPr sz="3100"/>
          </a:lvl2pPr>
          <a:lvl3pPr marL="571500" indent="-285750" algn="ctr">
            <a:defRPr sz="3100"/>
          </a:lvl3pPr>
          <a:lvl4pPr marL="857250" indent="-285750" algn="ctr">
            <a:defRPr sz="3100"/>
          </a:lvl4pPr>
          <a:lvl5pPr marL="1143000" indent="-285750" algn="ctr">
            <a:defRPr sz="3100"/>
          </a:lvl5pPr>
          <a:lvl6pPr marL="1428750" indent="-285750" algn="ctr">
            <a:defRPr sz="3100"/>
          </a:lvl6pPr>
          <a:lvl7pPr marL="1714500" indent="-285750" algn="ctr">
            <a:defRPr sz="3100"/>
          </a:lvl7pPr>
          <a:lvl8pPr marL="2000250" indent="-285750" algn="ctr">
            <a:defRPr sz="3100"/>
          </a:lvl8pPr>
          <a:lvl9pPr marL="2286000" indent="-285750" algn="ctr">
            <a:defRPr sz="3100"/>
          </a:lvl9pPr>
        </a:lstStyle>
        <a:p>
          <a:pPr lvl="0">
            <a:lnSpc>
              <a:spcPct val="100000"/>
            </a:lnSpc>
            <a:spcBef>
              <a:spcPct val="0"/>
            </a:spcBef>
            <a:spcAft>
              <a:spcPct val="35000"/>
            </a:spcAft>
          </a:pPr>
          <a:r>
            <a:rPr lang="en-GB" dirty="0"/>
            <a:t>Planning</a:t>
          </a:r>
        </a:p>
      </dsp:txBody>
      <dsp:txXfrm>
        <a:off x="0" y="1345490"/>
        <a:ext cx="2767263" cy="1660358"/>
      </dsp:txXfrm>
    </dsp:sp>
    <dsp:sp modelId="{8154D1E7-5D83-E04B-8ECC-2B418EB4A52F}">
      <dsp:nvSpPr>
        <dsp:cNvPr id="4" name="右箭头 3"/>
        <dsp:cNvSpPr/>
      </dsp:nvSpPr>
      <dsp:spPr bwMode="white">
        <a:xfrm>
          <a:off x="3027386" y="1832528"/>
          <a:ext cx="586660" cy="686281"/>
        </a:xfrm>
        <a:prstGeom prst="rightArrow">
          <a:avLst>
            <a:gd name="adj1" fmla="val 60000"/>
            <a:gd name="adj2" fmla="val 50000"/>
          </a:avLst>
        </a:prstGeom>
      </dsp:spPr>
      <dsp:style>
        <a:lnRef idx="0">
          <a:schemeClr val="lt1">
            <a:hueOff val="0"/>
            <a:satOff val="0"/>
            <a:lumOff val="0"/>
            <a:alpha val="100000"/>
          </a:schemeClr>
        </a:lnRef>
        <a:fillRef idx="1">
          <a:schemeClr val="accent2"/>
        </a:fillRef>
        <a:effectRef idx="0">
          <a:scrgbClr r="0" g="0" b="0"/>
        </a:effectRef>
        <a:fontRef idx="minor">
          <a:schemeClr val="lt1"/>
        </a:fontRef>
      </dsp:style>
      <dsp:txBody>
        <a:bodyPr lIns="0" tIns="0" rIns="0" bIns="0" anchor="ctr"/>
        <a:lstStyle>
          <a:lvl1pPr algn="ctr">
            <a:defRPr sz="2600"/>
          </a:lvl1pPr>
          <a:lvl2pPr marL="228600" indent="-228600" algn="ctr">
            <a:defRPr sz="2000"/>
          </a:lvl2pPr>
          <a:lvl3pPr marL="457200" indent="-228600" algn="ctr">
            <a:defRPr sz="2000"/>
          </a:lvl3pPr>
          <a:lvl4pPr marL="685800" indent="-228600" algn="ctr">
            <a:defRPr sz="2000"/>
          </a:lvl4pPr>
          <a:lvl5pPr marL="914400" indent="-228600" algn="ctr">
            <a:defRPr sz="2000"/>
          </a:lvl5pPr>
          <a:lvl6pPr marL="1143000" indent="-228600" algn="ctr">
            <a:defRPr sz="2000"/>
          </a:lvl6pPr>
          <a:lvl7pPr marL="1371600" indent="-228600" algn="ctr">
            <a:defRPr sz="2000"/>
          </a:lvl7pPr>
          <a:lvl8pPr marL="1600200" indent="-228600" algn="ctr">
            <a:defRPr sz="2000"/>
          </a:lvl8pPr>
          <a:lvl9pPr marL="1828800" indent="-228600" algn="ctr">
            <a:defRPr sz="2000"/>
          </a:lvl9pPr>
        </a:lstStyle>
        <a:p>
          <a:pPr lvl="0">
            <a:lnSpc>
              <a:spcPct val="100000"/>
            </a:lnSpc>
            <a:spcBef>
              <a:spcPct val="0"/>
            </a:spcBef>
            <a:spcAft>
              <a:spcPct val="35000"/>
            </a:spcAft>
          </a:pPr>
          <a:endParaRPr lang="en-GB"/>
        </a:p>
      </dsp:txBody>
      <dsp:txXfrm>
        <a:off x="3027386" y="1832528"/>
        <a:ext cx="586660" cy="686281"/>
      </dsp:txXfrm>
    </dsp:sp>
    <dsp:sp modelId="{3D2CF97C-7E22-4A4F-BA9A-873B2BE6AC8C}">
      <dsp:nvSpPr>
        <dsp:cNvPr id="5" name="圆角矩形 4"/>
        <dsp:cNvSpPr/>
      </dsp:nvSpPr>
      <dsp:spPr bwMode="white">
        <a:xfrm>
          <a:off x="3874168" y="1345490"/>
          <a:ext cx="2767263" cy="1660358"/>
        </a:xfrm>
        <a:prstGeom prst="roundRect">
          <a:avLst>
            <a:gd name="adj" fmla="val 10000"/>
          </a:avLst>
        </a:prstGeom>
      </dsp:spPr>
      <dsp:style>
        <a:lnRef idx="2">
          <a:schemeClr val="lt1"/>
        </a:lnRef>
        <a:fillRef idx="1">
          <a:schemeClr val="accent3"/>
        </a:fillRef>
        <a:effectRef idx="0">
          <a:scrgbClr r="0" g="0" b="0"/>
        </a:effectRef>
        <a:fontRef idx="minor">
          <a:schemeClr val="lt1"/>
        </a:fontRef>
      </dsp:style>
      <dsp:txBody>
        <a:bodyPr lIns="156210" tIns="156210" rIns="156210" bIns="156210" anchor="ctr"/>
        <a:lstStyle>
          <a:lvl1pPr algn="ctr">
            <a:defRPr sz="4100"/>
          </a:lvl1pPr>
          <a:lvl2pPr marL="285750" indent="-285750" algn="ctr">
            <a:defRPr sz="3100"/>
          </a:lvl2pPr>
          <a:lvl3pPr marL="571500" indent="-285750" algn="ctr">
            <a:defRPr sz="3100"/>
          </a:lvl3pPr>
          <a:lvl4pPr marL="857250" indent="-285750" algn="ctr">
            <a:defRPr sz="3100"/>
          </a:lvl4pPr>
          <a:lvl5pPr marL="1143000" indent="-285750" algn="ctr">
            <a:defRPr sz="3100"/>
          </a:lvl5pPr>
          <a:lvl6pPr marL="1428750" indent="-285750" algn="ctr">
            <a:defRPr sz="3100"/>
          </a:lvl6pPr>
          <a:lvl7pPr marL="1714500" indent="-285750" algn="ctr">
            <a:defRPr sz="3100"/>
          </a:lvl7pPr>
          <a:lvl8pPr marL="2000250" indent="-285750" algn="ctr">
            <a:defRPr sz="3100"/>
          </a:lvl8pPr>
          <a:lvl9pPr marL="2286000" indent="-285750" algn="ctr">
            <a:defRPr sz="3100"/>
          </a:lvl9pPr>
        </a:lstStyle>
        <a:p>
          <a:pPr lvl="0">
            <a:lnSpc>
              <a:spcPct val="100000"/>
            </a:lnSpc>
            <a:spcBef>
              <a:spcPct val="0"/>
            </a:spcBef>
            <a:spcAft>
              <a:spcPct val="35000"/>
            </a:spcAft>
          </a:pPr>
          <a:r>
            <a:rPr lang="en-GB" dirty="0"/>
            <a:t>Translating</a:t>
          </a:r>
        </a:p>
      </dsp:txBody>
      <dsp:txXfrm>
        <a:off x="3874168" y="1345490"/>
        <a:ext cx="2767263" cy="1660358"/>
      </dsp:txXfrm>
    </dsp:sp>
    <dsp:sp modelId="{16A323B4-DD87-B741-A8AE-7439D534C4A4}">
      <dsp:nvSpPr>
        <dsp:cNvPr id="6" name="右箭头 5"/>
        <dsp:cNvSpPr/>
      </dsp:nvSpPr>
      <dsp:spPr bwMode="white">
        <a:xfrm>
          <a:off x="6901554" y="1832528"/>
          <a:ext cx="586660" cy="686281"/>
        </a:xfrm>
        <a:prstGeom prst="rightArrow">
          <a:avLst>
            <a:gd name="adj1" fmla="val 60000"/>
            <a:gd name="adj2" fmla="val 50000"/>
          </a:avLst>
        </a:prstGeom>
      </dsp:spPr>
      <dsp:style>
        <a:lnRef idx="0">
          <a:schemeClr val="lt1">
            <a:hueOff val="0"/>
            <a:satOff val="0"/>
            <a:lumOff val="0"/>
            <a:alpha val="100000"/>
          </a:schemeClr>
        </a:lnRef>
        <a:fillRef idx="1">
          <a:schemeClr val="accent3"/>
        </a:fillRef>
        <a:effectRef idx="0">
          <a:scrgbClr r="0" g="0" b="0"/>
        </a:effectRef>
        <a:fontRef idx="minor">
          <a:schemeClr val="lt1"/>
        </a:fontRef>
      </dsp:style>
      <dsp:txBody>
        <a:bodyPr lIns="0" tIns="0" rIns="0" bIns="0" anchor="ctr"/>
        <a:lstStyle>
          <a:lvl1pPr algn="ctr">
            <a:defRPr sz="2600"/>
          </a:lvl1pPr>
          <a:lvl2pPr marL="228600" indent="-228600" algn="ctr">
            <a:defRPr sz="2000"/>
          </a:lvl2pPr>
          <a:lvl3pPr marL="457200" indent="-228600" algn="ctr">
            <a:defRPr sz="2000"/>
          </a:lvl3pPr>
          <a:lvl4pPr marL="685800" indent="-228600" algn="ctr">
            <a:defRPr sz="2000"/>
          </a:lvl4pPr>
          <a:lvl5pPr marL="914400" indent="-228600" algn="ctr">
            <a:defRPr sz="2000"/>
          </a:lvl5pPr>
          <a:lvl6pPr marL="1143000" indent="-228600" algn="ctr">
            <a:defRPr sz="2000"/>
          </a:lvl6pPr>
          <a:lvl7pPr marL="1371600" indent="-228600" algn="ctr">
            <a:defRPr sz="2000"/>
          </a:lvl7pPr>
          <a:lvl8pPr marL="1600200" indent="-228600" algn="ctr">
            <a:defRPr sz="2000"/>
          </a:lvl8pPr>
          <a:lvl9pPr marL="1828800" indent="-228600" algn="ctr">
            <a:defRPr sz="2000"/>
          </a:lvl9pPr>
        </a:lstStyle>
        <a:p>
          <a:pPr lvl="0">
            <a:lnSpc>
              <a:spcPct val="100000"/>
            </a:lnSpc>
            <a:spcBef>
              <a:spcPct val="0"/>
            </a:spcBef>
            <a:spcAft>
              <a:spcPct val="35000"/>
            </a:spcAft>
          </a:pPr>
          <a:endParaRPr lang="en-GB"/>
        </a:p>
      </dsp:txBody>
      <dsp:txXfrm>
        <a:off x="6901554" y="1832528"/>
        <a:ext cx="586660" cy="686281"/>
      </dsp:txXfrm>
    </dsp:sp>
    <dsp:sp modelId="{D603A97E-9288-8844-B7B3-DA2C5C5A3775}">
      <dsp:nvSpPr>
        <dsp:cNvPr id="7" name="圆角矩形 6"/>
        <dsp:cNvSpPr/>
      </dsp:nvSpPr>
      <dsp:spPr bwMode="white">
        <a:xfrm>
          <a:off x="7748337" y="1345490"/>
          <a:ext cx="2767263" cy="1660358"/>
        </a:xfrm>
        <a:prstGeom prst="roundRect">
          <a:avLst>
            <a:gd name="adj" fmla="val 10000"/>
          </a:avLst>
        </a:prstGeom>
      </dsp:spPr>
      <dsp:style>
        <a:lnRef idx="2">
          <a:schemeClr val="lt1"/>
        </a:lnRef>
        <a:fillRef idx="1">
          <a:schemeClr val="accent4"/>
        </a:fillRef>
        <a:effectRef idx="0">
          <a:scrgbClr r="0" g="0" b="0"/>
        </a:effectRef>
        <a:fontRef idx="minor">
          <a:schemeClr val="lt1"/>
        </a:fontRef>
      </dsp:style>
      <dsp:txBody>
        <a:bodyPr lIns="156210" tIns="156210" rIns="156210" bIns="156210" anchor="ctr"/>
        <a:lstStyle>
          <a:lvl1pPr algn="ctr">
            <a:defRPr sz="4100"/>
          </a:lvl1pPr>
          <a:lvl2pPr marL="285750" indent="-285750" algn="ctr">
            <a:defRPr sz="3100"/>
          </a:lvl2pPr>
          <a:lvl3pPr marL="571500" indent="-285750" algn="ctr">
            <a:defRPr sz="3100"/>
          </a:lvl3pPr>
          <a:lvl4pPr marL="857250" indent="-285750" algn="ctr">
            <a:defRPr sz="3100"/>
          </a:lvl4pPr>
          <a:lvl5pPr marL="1143000" indent="-285750" algn="ctr">
            <a:defRPr sz="3100"/>
          </a:lvl5pPr>
          <a:lvl6pPr marL="1428750" indent="-285750" algn="ctr">
            <a:defRPr sz="3100"/>
          </a:lvl6pPr>
          <a:lvl7pPr marL="1714500" indent="-285750" algn="ctr">
            <a:defRPr sz="3100"/>
          </a:lvl7pPr>
          <a:lvl8pPr marL="2000250" indent="-285750" algn="ctr">
            <a:defRPr sz="3100"/>
          </a:lvl8pPr>
          <a:lvl9pPr marL="2286000" indent="-285750" algn="ctr">
            <a:defRPr sz="3100"/>
          </a:lvl9pPr>
        </a:lstStyle>
        <a:p>
          <a:pPr lvl="0">
            <a:lnSpc>
              <a:spcPct val="100000"/>
            </a:lnSpc>
            <a:spcBef>
              <a:spcPct val="0"/>
            </a:spcBef>
            <a:spcAft>
              <a:spcPct val="35000"/>
            </a:spcAft>
          </a:pPr>
          <a:r>
            <a:rPr lang="en-GB" dirty="0"/>
            <a:t>Editing</a:t>
          </a:r>
        </a:p>
      </dsp:txBody>
      <dsp:txXfrm>
        <a:off x="7748337" y="1345490"/>
        <a:ext cx="2767263" cy="1660358"/>
      </dsp:txXfrm>
    </dsp:sp>
  </dsp:spTree>
</dsp:drawing>
</file>

<file path=ppt/diagrams/layout1.xml><?xml version="1.0" encoding="utf-8"?>
<dgm:layoutDef xmlns:dgm="http://schemas.openxmlformats.org/drawingml/2006/diagram" xmlns:a="http://schemas.openxmlformats.org/drawingml/2006/main" uniqueId="urn:microsoft.com/office/officeart/2005/8/layout/process1">
  <dgm:title val=""/>
  <dgm:desc val=""/>
  <dgm:catLst>
    <dgm:cat type="process" pri="1000"/>
    <dgm:cat type="convert" pri="15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w" for="ch" ptType="node" refType="w"/>
      <dgm:constr type="h" for="ch" ptType="node" op="equ"/>
      <dgm:constr type="primFontSz" for="ch" ptType="node" op="equ" val="65"/>
      <dgm:constr type="w" for="ch" ptType="sibTrans" refType="w" refFor="ch" refPtType="node" op="equ" fact="0.4"/>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6"/>
          <dgm:constr type="tMarg" refType="primFontSz" fact="0.3"/>
          <dgm:constr type="bMarg" refType="primFontSz" fact="0.3"/>
          <dgm:constr type="lMarg" refType="primFontSz" fact="0.3"/>
          <dgm:constr type="rMarg" refType="primFontSz" fact="0.3"/>
        </dgm:constrLst>
        <dgm:ruleLst>
          <dgm:rule type="primFontSz" val="18" fact="NaN" max="NaN"/>
          <dgm:rule type="h" val="NaN" fact="1.5" max="NaN"/>
          <dgm:rule type="primFontSz" val="5" fact="NaN" max="NaN"/>
          <dgm:rule type="h" val="INF"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h" refType="w" fact="0.62"/>
            <dgm:constr type="connDist"/>
            <dgm:constr type="begPad" refType="connDist" fact="0.25"/>
            <dgm:constr type="endPad" refType="connDist" fact="0.22"/>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b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callout">
    <dgm:scene3d>
      <a:camera prst="orthographicFront"/>
      <a:lightRig rig="threePt" dir="t"/>
    </dgm:scene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dk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hp">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revTx">
    <dgm:scene3d>
      <a:camera prst="orthographicFront"/>
      <a:lightRig rig="threePt" dir="t"/>
    </dgm:scene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solid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txPr/>
    <dgm:style>
      <a:lnRef idx="2">
        <a:scrgbClr r="0" g="0" b="0"/>
      </a:lnRef>
      <a:fillRef idx="1">
        <a:scrgbClr r="0" g="0" b="0"/>
      </a:fillRef>
      <a:effectRef idx="0">
        <a:scrgbClr r="0" g="0" b="0"/>
      </a:effectRef>
      <a:fontRef idx="minor">
        <a:schemeClr val="tx1"/>
      </a:fontRef>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FF915E8-0D14-5A47-A140-2DDA56A25C59}" type="datetimeFigureOut">
              <a:rPr/>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endParaRPr lang="en-GB"/>
          </a:p>
          <a:p>
            <a:pPr lvl="1"/>
            <a:r>
              <a:rPr lang="en-GB"/>
              <a:t>Second level</a:t>
            </a:r>
            <a:endParaRPr lang="en-GB"/>
          </a:p>
          <a:p>
            <a:pPr lvl="2"/>
            <a:r>
              <a:rPr lang="en-GB"/>
              <a:t>Third level</a:t>
            </a:r>
            <a:endParaRPr lang="en-GB"/>
          </a:p>
          <a:p>
            <a:pPr lvl="3"/>
            <a:r>
              <a:rPr lang="en-GB"/>
              <a:t>Fourth level</a:t>
            </a:r>
            <a:endParaRPr lang="en-GB"/>
          </a:p>
          <a:p>
            <a:pPr lvl="4"/>
            <a:r>
              <a:rPr lang="en-GB"/>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1B4E518-724E-624D-9EAD-82F09AF346EF}" type="slidenum">
              <a:rPr/>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1.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6.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9.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5.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0.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3.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1B4E518-724E-624D-9EAD-82F09AF346EF}" type="slidenum">
              <a:rPr lang="en-US" smtClean="0"/>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https://</a:t>
            </a:r>
            <a:r>
              <a:rPr lang="en-US" dirty="0" err="1"/>
              <a:t>www.datawrapper.de</a:t>
            </a:r>
            <a:r>
              <a:rPr lang="en-US" dirty="0"/>
              <a:t>/_/UyC7R/</a:t>
            </a:r>
            <a:endParaRPr lang="en-US" dirty="0"/>
          </a:p>
          <a:p>
            <a:r>
              <a:rPr lang="en-US" dirty="0"/>
              <a:t>https://</a:t>
            </a:r>
            <a:r>
              <a:rPr lang="en-US" dirty="0" err="1"/>
              <a:t>towardsdatascience.com</a:t>
            </a:r>
            <a:r>
              <a:rPr lang="en-US" dirty="0"/>
              <a:t>/towards-infinite-llm-context-windows-e099225abaaf</a:t>
            </a:r>
            <a:endParaRPr lang="en-US" dirty="0"/>
          </a:p>
        </p:txBody>
      </p:sp>
      <p:sp>
        <p:nvSpPr>
          <p:cNvPr id="4" name="Slide Number Placeholder 3"/>
          <p:cNvSpPr>
            <a:spLocks noGrp="1"/>
          </p:cNvSpPr>
          <p:nvPr>
            <p:ph type="sldNum" sz="quarter" idx="5"/>
          </p:nvPr>
        </p:nvSpPr>
        <p:spPr/>
        <p:txBody>
          <a:bodyPr/>
          <a:lstStyle/>
          <a:p>
            <a:fld id="{01B4E518-724E-624D-9EAD-82F09AF346EF}" type="slidenum">
              <a:rPr lang="en-US" smtClean="0"/>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可能多次</a:t>
            </a:r>
            <a:r>
              <a:rPr lang="en-US" altLang="zh-CN"/>
              <a:t>refine-tunring</a:t>
            </a:r>
            <a:r>
              <a:rPr lang="zh-CN" altLang="en-US"/>
              <a:t>，造成成本</a:t>
            </a:r>
            <a:r>
              <a:rPr lang="zh-CN" altLang="en-US"/>
              <a:t>增加</a:t>
            </a:r>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1B4E518-724E-624D-9EAD-82F09AF346EF}" type="slidenum">
              <a:rPr lang="en-US" smtClean="0"/>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After Nov 30, 2022, ChatGPT and general AI becomes a hot topic by demonstrating the ability of providing high-quality human-like content. It raises serious debates on the potential impact on the </a:t>
            </a:r>
            <a:r>
              <a:rPr lang="en-US" dirty="0" err="1"/>
              <a:t>labor</a:t>
            </a:r>
            <a:r>
              <a:rPr lang="en-US" dirty="0"/>
              <a:t> market, specially among content generation industry</a:t>
            </a:r>
            <a:endParaRPr lang="en-US" dirty="0"/>
          </a:p>
        </p:txBody>
      </p:sp>
      <p:sp>
        <p:nvSpPr>
          <p:cNvPr id="4" name="Slide Number Placeholder 3"/>
          <p:cNvSpPr>
            <a:spLocks noGrp="1"/>
          </p:cNvSpPr>
          <p:nvPr>
            <p:ph type="sldNum" sz="quarter" idx="5"/>
          </p:nvPr>
        </p:nvSpPr>
        <p:spPr/>
        <p:txBody>
          <a:bodyPr/>
          <a:lstStyle/>
          <a:p>
            <a:fld id="{51468C68-F729-4977-A705-14DD16D9A5E8}" type="slidenum">
              <a:rPr lang="en-US" smtClean="0"/>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online freelance labour market can be a suitable context for understanding the ChatGPT’s impact specially among individual workers.</a:t>
            </a:r>
            <a:endParaRPr lang="en-US" dirty="0"/>
          </a:p>
        </p:txBody>
      </p:sp>
      <p:sp>
        <p:nvSpPr>
          <p:cNvPr id="4" name="Slide Number Placeholder 3"/>
          <p:cNvSpPr>
            <a:spLocks noGrp="1"/>
          </p:cNvSpPr>
          <p:nvPr>
            <p:ph type="sldNum" sz="quarter" idx="5"/>
          </p:nvPr>
        </p:nvSpPr>
        <p:spPr/>
        <p:txBody>
          <a:bodyPr/>
          <a:lstStyle/>
          <a:p>
            <a:fld id="{51468C68-F729-4977-A705-14DD16D9A5E8}" type="slidenum">
              <a:rPr lang="en-US" smtClean="0"/>
            </a:fld>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en-US" altLang="zh-CN"/>
              <a:t>4/21</a:t>
            </a:r>
            <a:r>
              <a:rPr lang="zh-CN" altLang="en-US"/>
              <a:t>课堂从这里</a:t>
            </a:r>
            <a:r>
              <a:rPr lang="zh-CN" altLang="en-US"/>
              <a:t>开始</a:t>
            </a:r>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en-US" altLang="zh-CN"/>
              <a:t>1. </a:t>
            </a:r>
            <a:r>
              <a:rPr lang="zh-CN" altLang="en-US"/>
              <a:t>准备数据集，</a:t>
            </a:r>
            <a:r>
              <a:rPr lang="en-US" altLang="zh-CN"/>
              <a:t>2. </a:t>
            </a:r>
            <a:r>
              <a:rPr lang="zh-CN" altLang="en-US"/>
              <a:t>上传到云端</a:t>
            </a:r>
            <a:r>
              <a:rPr lang="en-US" altLang="zh-CN"/>
              <a:t>GPU</a:t>
            </a:r>
            <a:r>
              <a:rPr lang="zh-CN" altLang="en-US"/>
              <a:t>，</a:t>
            </a:r>
            <a:r>
              <a:rPr lang="en-US" altLang="zh-CN"/>
              <a:t>3. fineturning</a:t>
            </a:r>
            <a:r>
              <a:rPr lang="zh-CN" altLang="en-US"/>
              <a:t>，</a:t>
            </a:r>
            <a:r>
              <a:rPr lang="en-US" altLang="zh-CN"/>
              <a:t>4.</a:t>
            </a:r>
            <a:r>
              <a:rPr lang="zh-CN" altLang="en-US"/>
              <a:t>下载到本地，</a:t>
            </a:r>
            <a:r>
              <a:rPr lang="en-US" altLang="zh-CN"/>
              <a:t>5.</a:t>
            </a:r>
            <a:r>
              <a:rPr lang="zh-CN" altLang="en-US"/>
              <a:t>用</a:t>
            </a:r>
            <a:r>
              <a:rPr lang="en-US" altLang="zh-CN"/>
              <a:t>evaluatation dataset</a:t>
            </a:r>
            <a:r>
              <a:rPr lang="zh-CN" altLang="en-US"/>
              <a:t>，</a:t>
            </a:r>
            <a:r>
              <a:rPr lang="en-US" altLang="zh-CN"/>
              <a:t>6. </a:t>
            </a:r>
            <a:br>
              <a:rPr lang="en-US" altLang="zh-CN"/>
            </a:br>
            <a:br>
              <a:rPr lang="en-US" altLang="zh-CN"/>
            </a:br>
            <a:r>
              <a:rPr lang="zh-CN" altLang="en-US"/>
              <a:t>为什么不直接用这个，作为</a:t>
            </a:r>
            <a:r>
              <a:rPr lang="en-US" altLang="zh-CN"/>
              <a:t>WPS</a:t>
            </a:r>
            <a:r>
              <a:rPr lang="zh-CN" altLang="en-US"/>
              <a:t>的</a:t>
            </a:r>
            <a:r>
              <a:rPr lang="zh-CN" altLang="en-US"/>
              <a:t>插件？</a:t>
            </a:r>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1B4E518-724E-624D-9EAD-82F09AF346EF}" type="slidenum">
              <a:rPr lang="en-US" smtClean="0"/>
            </a:fld>
            <a:endParaRPr 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1B4E518-724E-624D-9EAD-82F09AF346EF}" type="slidenum">
              <a:rPr lang="en-US" smtClean="0"/>
            </a:fld>
            <a:endParaRPr 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1B4E518-724E-624D-9EAD-82F09AF346EF}" type="slidenum">
              <a:rPr lang="en-US" smtClean="0"/>
            </a:fld>
            <a:endParaRPr 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59D0CD4-326A-45E7-B6BF-5A5D0CC45182}" type="slidenum">
              <a:rPr lang="en-US" smtClean="0"/>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tiff"/><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tiff"/><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tiff"/><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tiff"/><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tiff"/><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dirty="0"/>
          </a:p>
        </p:txBody>
      </p:sp>
      <p:sp>
        <p:nvSpPr>
          <p:cNvPr id="4" name="Date Placeholder 3"/>
          <p:cNvSpPr>
            <a:spLocks noGrp="1"/>
          </p:cNvSpPr>
          <p:nvPr>
            <p:ph type="dt" sz="half" idx="10"/>
          </p:nvPr>
        </p:nvSpPr>
        <p:spPr/>
        <p:txBody>
          <a:bodyPr/>
          <a:lstStyle/>
          <a:p>
            <a:fld id="{D5E38036-04CD-0347-88F8-D24DCC3E4B86}" type="datetime1">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F8CBF50-853B-304C-BCA2-DB5146F0D4EA}" type="slidenum">
              <a:rPr lang="en-US" smtClean="0"/>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Content Placeholder 2"/>
          <p:cNvSpPr>
            <a:spLocks noGrp="1"/>
          </p:cNvSpPr>
          <p:nvPr>
            <p:ph idx="1"/>
          </p:nvPr>
        </p:nvSpPr>
        <p:spPr/>
        <p:txBody>
          <a:bodyPr/>
          <a:lstStyle/>
          <a:p>
            <a:pPr lvl="0"/>
            <a:r>
              <a:rPr lang="en-GB"/>
              <a:t>Click to edit Master text styles</a:t>
            </a:r>
            <a:endParaRPr lang="en-GB"/>
          </a:p>
          <a:p>
            <a:pPr lvl="1"/>
            <a:r>
              <a:rPr lang="en-GB"/>
              <a:t>Second level</a:t>
            </a:r>
            <a:endParaRPr lang="en-GB"/>
          </a:p>
          <a:p>
            <a:pPr lvl="2"/>
            <a:r>
              <a:rPr lang="en-GB"/>
              <a:t>Third level</a:t>
            </a:r>
            <a:endParaRPr lang="en-GB"/>
          </a:p>
          <a:p>
            <a:pPr lvl="3"/>
            <a:r>
              <a:rPr lang="en-GB"/>
              <a:t>Fourth level</a:t>
            </a:r>
            <a:endParaRPr lang="en-GB"/>
          </a:p>
          <a:p>
            <a:pPr lvl="4"/>
            <a:r>
              <a:rPr lang="en-GB"/>
              <a:t>Fifth level</a:t>
            </a:r>
            <a:endParaRPr lang="en-US" dirty="0"/>
          </a:p>
        </p:txBody>
      </p:sp>
      <p:sp>
        <p:nvSpPr>
          <p:cNvPr id="4" name="Date Placeholder 3"/>
          <p:cNvSpPr>
            <a:spLocks noGrp="1"/>
          </p:cNvSpPr>
          <p:nvPr>
            <p:ph type="dt" sz="half" idx="10"/>
          </p:nvPr>
        </p:nvSpPr>
        <p:spPr/>
        <p:txBody>
          <a:bodyPr/>
          <a:lstStyle/>
          <a:p>
            <a:fld id="{68BD15E1-1130-EE43-B780-9632F7AD9BB2}" type="datetime1">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F8CBF50-853B-304C-BCA2-DB5146F0D4EA}" type="slidenum">
              <a:rPr lang="en-US" smtClean="0"/>
            </a:fld>
            <a:endParaRPr lang="en-US"/>
          </a:p>
        </p:txBody>
      </p:sp>
      <p:pic>
        <p:nvPicPr>
          <p:cNvPr id="8" name="Picture 7"/>
          <p:cNvPicPr>
            <a:picLocks noChangeAspect="1"/>
          </p:cNvPicPr>
          <p:nvPr userDrawn="1"/>
        </p:nvPicPr>
        <p:blipFill>
          <a:blip r:embed="rId2" cstate="print"/>
          <a:stretch>
            <a:fillRect/>
          </a:stretch>
        </p:blipFill>
        <p:spPr>
          <a:xfrm>
            <a:off x="838200" y="6307963"/>
            <a:ext cx="1730728" cy="461898"/>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a:t>Click to edit Master text styles</a:t>
            </a:r>
            <a:endParaRPr lang="en-GB"/>
          </a:p>
        </p:txBody>
      </p:sp>
      <p:sp>
        <p:nvSpPr>
          <p:cNvPr id="4" name="Date Placeholder 3"/>
          <p:cNvSpPr>
            <a:spLocks noGrp="1"/>
          </p:cNvSpPr>
          <p:nvPr>
            <p:ph type="dt" sz="half" idx="10"/>
          </p:nvPr>
        </p:nvSpPr>
        <p:spPr/>
        <p:txBody>
          <a:bodyPr/>
          <a:lstStyle/>
          <a:p>
            <a:fld id="{030AC310-9978-C440-9EA3-6AAC4B9C5EE5}" type="datetime1">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F8CBF50-853B-304C-BCA2-DB5146F0D4EA}" type="slidenum">
              <a:rPr lang="en-US" smtClean="0"/>
            </a:fld>
            <a:endParaRPr lang="en-US"/>
          </a:p>
        </p:txBody>
      </p:sp>
      <p:pic>
        <p:nvPicPr>
          <p:cNvPr id="9" name="Picture 8"/>
          <p:cNvPicPr>
            <a:picLocks noChangeAspect="1"/>
          </p:cNvPicPr>
          <p:nvPr userDrawn="1"/>
        </p:nvPicPr>
        <p:blipFill>
          <a:blip r:embed="rId2" cstate="print"/>
          <a:stretch>
            <a:fillRect/>
          </a:stretch>
        </p:blipFill>
        <p:spPr>
          <a:xfrm>
            <a:off x="831850" y="6307963"/>
            <a:ext cx="1730728" cy="461898"/>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GB"/>
              <a:t>Click to edit Master text styles</a:t>
            </a:r>
            <a:endParaRPr lang="en-GB"/>
          </a:p>
          <a:p>
            <a:pPr lvl="1"/>
            <a:r>
              <a:rPr lang="en-GB"/>
              <a:t>Second level</a:t>
            </a:r>
            <a:endParaRPr lang="en-GB"/>
          </a:p>
          <a:p>
            <a:pPr lvl="2"/>
            <a:r>
              <a:rPr lang="en-GB"/>
              <a:t>Third level</a:t>
            </a:r>
            <a:endParaRPr lang="en-GB"/>
          </a:p>
          <a:p>
            <a:pPr lvl="3"/>
            <a:r>
              <a:rPr lang="en-GB"/>
              <a:t>Fourth level</a:t>
            </a:r>
            <a:endParaRPr lang="en-GB"/>
          </a:p>
          <a:p>
            <a:pPr lvl="4"/>
            <a:r>
              <a:rPr lang="en-GB"/>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GB"/>
              <a:t>Click to edit Master text styles</a:t>
            </a:r>
            <a:endParaRPr lang="en-GB"/>
          </a:p>
          <a:p>
            <a:pPr lvl="1"/>
            <a:r>
              <a:rPr lang="en-GB"/>
              <a:t>Second level</a:t>
            </a:r>
            <a:endParaRPr lang="en-GB"/>
          </a:p>
          <a:p>
            <a:pPr lvl="2"/>
            <a:r>
              <a:rPr lang="en-GB"/>
              <a:t>Third level</a:t>
            </a:r>
            <a:endParaRPr lang="en-GB"/>
          </a:p>
          <a:p>
            <a:pPr lvl="3"/>
            <a:r>
              <a:rPr lang="en-GB"/>
              <a:t>Fourth level</a:t>
            </a:r>
            <a:endParaRPr lang="en-GB"/>
          </a:p>
          <a:p>
            <a:pPr lvl="4"/>
            <a:r>
              <a:rPr lang="en-GB"/>
              <a:t>Fifth level</a:t>
            </a:r>
            <a:endParaRPr lang="en-US" dirty="0"/>
          </a:p>
        </p:txBody>
      </p:sp>
      <p:sp>
        <p:nvSpPr>
          <p:cNvPr id="5" name="Date Placeholder 4"/>
          <p:cNvSpPr>
            <a:spLocks noGrp="1"/>
          </p:cNvSpPr>
          <p:nvPr>
            <p:ph type="dt" sz="half" idx="10"/>
          </p:nvPr>
        </p:nvSpPr>
        <p:spPr/>
        <p:txBody>
          <a:bodyPr/>
          <a:lstStyle/>
          <a:p>
            <a:fld id="{A8B0F64E-D5BC-1B4F-9013-ADF3154FF49C}" type="datetime1">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F8CBF50-853B-304C-BCA2-DB5146F0D4EA}" type="slidenum">
              <a:rPr lang="en-US" smtClean="0"/>
            </a:fld>
            <a:endParaRPr lang="en-US"/>
          </a:p>
        </p:txBody>
      </p:sp>
      <p:pic>
        <p:nvPicPr>
          <p:cNvPr id="9" name="Picture 8"/>
          <p:cNvPicPr>
            <a:picLocks noChangeAspect="1"/>
          </p:cNvPicPr>
          <p:nvPr userDrawn="1"/>
        </p:nvPicPr>
        <p:blipFill>
          <a:blip r:embed="rId2" cstate="print"/>
          <a:stretch>
            <a:fillRect/>
          </a:stretch>
        </p:blipFill>
        <p:spPr>
          <a:xfrm>
            <a:off x="831850" y="6307963"/>
            <a:ext cx="1730728" cy="461898"/>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GB"/>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endParaRPr lang="en-GB"/>
          </a:p>
        </p:txBody>
      </p:sp>
      <p:sp>
        <p:nvSpPr>
          <p:cNvPr id="4" name="Content Placeholder 3"/>
          <p:cNvSpPr>
            <a:spLocks noGrp="1"/>
          </p:cNvSpPr>
          <p:nvPr>
            <p:ph sz="half" idx="2"/>
          </p:nvPr>
        </p:nvSpPr>
        <p:spPr>
          <a:xfrm>
            <a:off x="839788" y="2505075"/>
            <a:ext cx="5157787" cy="3684588"/>
          </a:xfrm>
        </p:spPr>
        <p:txBody>
          <a:bodyPr/>
          <a:lstStyle/>
          <a:p>
            <a:pPr lvl="0"/>
            <a:r>
              <a:rPr lang="en-GB"/>
              <a:t>Click to edit Master text styles</a:t>
            </a:r>
            <a:endParaRPr lang="en-GB"/>
          </a:p>
          <a:p>
            <a:pPr lvl="1"/>
            <a:r>
              <a:rPr lang="en-GB"/>
              <a:t>Second level</a:t>
            </a:r>
            <a:endParaRPr lang="en-GB"/>
          </a:p>
          <a:p>
            <a:pPr lvl="2"/>
            <a:r>
              <a:rPr lang="en-GB"/>
              <a:t>Third level</a:t>
            </a:r>
            <a:endParaRPr lang="en-GB"/>
          </a:p>
          <a:p>
            <a:pPr lvl="3"/>
            <a:r>
              <a:rPr lang="en-GB"/>
              <a:t>Fourth level</a:t>
            </a:r>
            <a:endParaRPr lang="en-GB"/>
          </a:p>
          <a:p>
            <a:pPr lvl="4"/>
            <a:r>
              <a:rPr lang="en-GB"/>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endParaRPr lang="en-GB"/>
          </a:p>
        </p:txBody>
      </p:sp>
      <p:sp>
        <p:nvSpPr>
          <p:cNvPr id="6" name="Content Placeholder 5"/>
          <p:cNvSpPr>
            <a:spLocks noGrp="1"/>
          </p:cNvSpPr>
          <p:nvPr>
            <p:ph sz="quarter" idx="4"/>
          </p:nvPr>
        </p:nvSpPr>
        <p:spPr>
          <a:xfrm>
            <a:off x="6172200" y="2505075"/>
            <a:ext cx="5183188" cy="3684588"/>
          </a:xfrm>
        </p:spPr>
        <p:txBody>
          <a:bodyPr/>
          <a:lstStyle/>
          <a:p>
            <a:pPr lvl="0"/>
            <a:r>
              <a:rPr lang="en-GB"/>
              <a:t>Click to edit Master text styles</a:t>
            </a:r>
            <a:endParaRPr lang="en-GB"/>
          </a:p>
          <a:p>
            <a:pPr lvl="1"/>
            <a:r>
              <a:rPr lang="en-GB"/>
              <a:t>Second level</a:t>
            </a:r>
            <a:endParaRPr lang="en-GB"/>
          </a:p>
          <a:p>
            <a:pPr lvl="2"/>
            <a:r>
              <a:rPr lang="en-GB"/>
              <a:t>Third level</a:t>
            </a:r>
            <a:endParaRPr lang="en-GB"/>
          </a:p>
          <a:p>
            <a:pPr lvl="3"/>
            <a:r>
              <a:rPr lang="en-GB"/>
              <a:t>Fourth level</a:t>
            </a:r>
            <a:endParaRPr lang="en-GB"/>
          </a:p>
          <a:p>
            <a:pPr lvl="4"/>
            <a:r>
              <a:rPr lang="en-GB"/>
              <a:t>Fifth level</a:t>
            </a:r>
            <a:endParaRPr lang="en-US" dirty="0"/>
          </a:p>
        </p:txBody>
      </p:sp>
      <p:sp>
        <p:nvSpPr>
          <p:cNvPr id="7" name="Date Placeholder 6"/>
          <p:cNvSpPr>
            <a:spLocks noGrp="1"/>
          </p:cNvSpPr>
          <p:nvPr>
            <p:ph type="dt" sz="half" idx="10"/>
          </p:nvPr>
        </p:nvSpPr>
        <p:spPr/>
        <p:txBody>
          <a:bodyPr/>
          <a:lstStyle/>
          <a:p>
            <a:fld id="{E59B512A-5B9D-8F40-91AB-ACAA7C431E0A}" type="datetime1">
              <a:rPr lang="en-US" smtClean="0"/>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7F8CBF50-853B-304C-BCA2-DB5146F0D4EA}" type="slidenum">
              <a:rPr lang="en-US" smtClean="0"/>
            </a:fld>
            <a:endParaRPr lang="en-US"/>
          </a:p>
        </p:txBody>
      </p:sp>
      <p:pic>
        <p:nvPicPr>
          <p:cNvPr id="11" name="Picture 10"/>
          <p:cNvPicPr>
            <a:picLocks noChangeAspect="1"/>
          </p:cNvPicPr>
          <p:nvPr userDrawn="1"/>
        </p:nvPicPr>
        <p:blipFill>
          <a:blip r:embed="rId2" cstate="print"/>
          <a:stretch>
            <a:fillRect/>
          </a:stretch>
        </p:blipFill>
        <p:spPr>
          <a:xfrm>
            <a:off x="831850" y="6307963"/>
            <a:ext cx="1730728" cy="461898"/>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Date Placeholder 2"/>
          <p:cNvSpPr>
            <a:spLocks noGrp="1"/>
          </p:cNvSpPr>
          <p:nvPr>
            <p:ph type="dt" sz="half" idx="10"/>
          </p:nvPr>
        </p:nvSpPr>
        <p:spPr/>
        <p:txBody>
          <a:bodyPr/>
          <a:lstStyle/>
          <a:p>
            <a:fld id="{08480C97-3D6E-5A45-8927-1041A0D06F07}" type="datetime1">
              <a:rPr lang="en-US" smtClean="0"/>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7F8CBF50-853B-304C-BCA2-DB5146F0D4EA}" type="slidenum">
              <a:rPr lang="en-US" smtClean="0"/>
            </a:fld>
            <a:endParaRPr lang="en-US"/>
          </a:p>
        </p:txBody>
      </p:sp>
      <p:pic>
        <p:nvPicPr>
          <p:cNvPr id="7" name="Picture 6"/>
          <p:cNvPicPr>
            <a:picLocks noChangeAspect="1"/>
          </p:cNvPicPr>
          <p:nvPr userDrawn="1"/>
        </p:nvPicPr>
        <p:blipFill>
          <a:blip r:embed="rId2" cstate="print"/>
          <a:stretch>
            <a:fillRect/>
          </a:stretch>
        </p:blipFill>
        <p:spPr>
          <a:xfrm>
            <a:off x="831850" y="6307963"/>
            <a:ext cx="1730728" cy="461898"/>
          </a:xfrm>
          <a:prstGeom prst="rect">
            <a:avLst/>
          </a:prstGeom>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1DEA93D-E00F-A34B-A7B3-C594EF36D957}" type="datetime1">
              <a:rPr lang="en-US" smtClean="0"/>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7F8CBF50-853B-304C-BCA2-DB5146F0D4EA}" type="slidenum">
              <a:rPr lang="en-US" smtClean="0"/>
            </a:fld>
            <a:endParaRPr lang="en-US"/>
          </a:p>
        </p:txBody>
      </p:sp>
      <p:pic>
        <p:nvPicPr>
          <p:cNvPr id="6" name="Picture 2" descr="HKU Business School"/>
          <p:cNvPicPr>
            <a:picLocks noChangeAspect="1" noChangeArrowheads="1"/>
          </p:cNvPicPr>
          <p:nvPr userDrawn="1"/>
        </p:nvPicPr>
        <p:blipFill>
          <a:blip r:embed="rId2"/>
          <a:srcRect/>
          <a:stretch>
            <a:fillRect/>
          </a:stretch>
        </p:blipFill>
        <p:spPr bwMode="auto">
          <a:xfrm>
            <a:off x="838200" y="6311079"/>
            <a:ext cx="2057400" cy="455666"/>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endParaRPr lang="en-GB"/>
          </a:p>
          <a:p>
            <a:pPr lvl="1"/>
            <a:r>
              <a:rPr lang="en-GB"/>
              <a:t>Second level</a:t>
            </a:r>
            <a:endParaRPr lang="en-GB"/>
          </a:p>
          <a:p>
            <a:pPr lvl="2"/>
            <a:r>
              <a:rPr lang="en-GB"/>
              <a:t>Third level</a:t>
            </a:r>
            <a:endParaRPr lang="en-GB"/>
          </a:p>
          <a:p>
            <a:pPr lvl="3"/>
            <a:r>
              <a:rPr lang="en-GB"/>
              <a:t>Fourth level</a:t>
            </a:r>
            <a:endParaRPr lang="en-GB"/>
          </a:p>
          <a:p>
            <a:pPr lvl="4"/>
            <a:r>
              <a:rPr lang="en-GB"/>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endParaRPr lang="en-GB"/>
          </a:p>
        </p:txBody>
      </p:sp>
      <p:sp>
        <p:nvSpPr>
          <p:cNvPr id="5" name="Date Placeholder 4"/>
          <p:cNvSpPr>
            <a:spLocks noGrp="1"/>
          </p:cNvSpPr>
          <p:nvPr>
            <p:ph type="dt" sz="half" idx="10"/>
          </p:nvPr>
        </p:nvSpPr>
        <p:spPr/>
        <p:txBody>
          <a:bodyPr/>
          <a:lstStyle/>
          <a:p>
            <a:fld id="{6BE5409F-43DB-5043-9328-CED2F0E65A1E}" type="datetime1">
              <a:rPr lang="en-US" smtClean="0"/>
            </a:fld>
            <a:endParaRPr lang="en-US" dirty="0"/>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F8CBF50-853B-304C-BCA2-DB5146F0D4EA}" type="slidenum">
              <a:rPr lang="en-US" smtClean="0"/>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GB"/>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endParaRPr lang="en-GB"/>
          </a:p>
        </p:txBody>
      </p:sp>
      <p:sp>
        <p:nvSpPr>
          <p:cNvPr id="5" name="Date Placeholder 4"/>
          <p:cNvSpPr>
            <a:spLocks noGrp="1"/>
          </p:cNvSpPr>
          <p:nvPr>
            <p:ph type="dt" sz="half" idx="10"/>
          </p:nvPr>
        </p:nvSpPr>
        <p:spPr/>
        <p:txBody>
          <a:bodyPr/>
          <a:lstStyle/>
          <a:p>
            <a:fld id="{00327578-F600-C144-9A0C-D842228AD01E}" type="datetime1">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F8CBF50-853B-304C-BCA2-DB5146F0D4EA}" type="slidenum">
              <a:rPr lang="en-US" smtClean="0"/>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GB"/>
              <a:t>Click to edit Master text styles</a:t>
            </a:r>
            <a:endParaRPr lang="en-GB"/>
          </a:p>
          <a:p>
            <a:pPr lvl="1"/>
            <a:r>
              <a:rPr lang="en-GB"/>
              <a:t>Second level</a:t>
            </a:r>
            <a:endParaRPr lang="en-GB"/>
          </a:p>
          <a:p>
            <a:pPr lvl="2"/>
            <a:r>
              <a:rPr lang="en-GB"/>
              <a:t>Third level</a:t>
            </a:r>
            <a:endParaRPr lang="en-GB"/>
          </a:p>
          <a:p>
            <a:pPr lvl="3"/>
            <a:r>
              <a:rPr lang="en-GB"/>
              <a:t>Fourth level</a:t>
            </a:r>
            <a:endParaRPr lang="en-GB"/>
          </a:p>
          <a:p>
            <a:pPr lvl="4"/>
            <a:r>
              <a:rPr lang="en-GB"/>
              <a:t>Fifth level</a:t>
            </a:r>
            <a:endParaRPr lang="en-US" dirty="0"/>
          </a:p>
        </p:txBody>
      </p:sp>
      <p:sp>
        <p:nvSpPr>
          <p:cNvPr id="4" name="Date Placeholder 3"/>
          <p:cNvSpPr>
            <a:spLocks noGrp="1"/>
          </p:cNvSpPr>
          <p:nvPr>
            <p:ph type="dt" sz="half" idx="10"/>
          </p:nvPr>
        </p:nvSpPr>
        <p:spPr/>
        <p:txBody>
          <a:bodyPr/>
          <a:lstStyle/>
          <a:p>
            <a:fld id="{9911C531-31D8-0243-BFE0-F6EDCD8D33A0}" type="datetime1">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F8CBF50-853B-304C-BCA2-DB5146F0D4EA}" type="slidenum">
              <a:rPr lang="en-US" smtClean="0"/>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GB"/>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GB"/>
              <a:t>Click to edit Master text styles</a:t>
            </a:r>
            <a:endParaRPr lang="en-GB"/>
          </a:p>
          <a:p>
            <a:pPr lvl="1"/>
            <a:r>
              <a:rPr lang="en-GB"/>
              <a:t>Second level</a:t>
            </a:r>
            <a:endParaRPr lang="en-GB"/>
          </a:p>
          <a:p>
            <a:pPr lvl="2"/>
            <a:r>
              <a:rPr lang="en-GB"/>
              <a:t>Third level</a:t>
            </a:r>
            <a:endParaRPr lang="en-GB"/>
          </a:p>
          <a:p>
            <a:pPr lvl="3"/>
            <a:r>
              <a:rPr lang="en-GB"/>
              <a:t>Fourth level</a:t>
            </a:r>
            <a:endParaRPr lang="en-GB"/>
          </a:p>
          <a:p>
            <a:pPr lvl="4"/>
            <a:r>
              <a:rPr lang="en-GB"/>
              <a:t>Fifth level</a:t>
            </a:r>
            <a:endParaRPr lang="en-US" dirty="0"/>
          </a:p>
        </p:txBody>
      </p:sp>
      <p:sp>
        <p:nvSpPr>
          <p:cNvPr id="4" name="Date Placeholder 3"/>
          <p:cNvSpPr>
            <a:spLocks noGrp="1"/>
          </p:cNvSpPr>
          <p:nvPr>
            <p:ph type="dt" sz="half" idx="10"/>
          </p:nvPr>
        </p:nvSpPr>
        <p:spPr/>
        <p:txBody>
          <a:bodyPr/>
          <a:lstStyle/>
          <a:p>
            <a:fld id="{FAE764B1-9F26-2B4C-ACCA-52143237338C}" type="datetime1">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F8CBF50-853B-304C-BCA2-DB5146F0D4EA}" type="slidenum">
              <a:rPr lang="en-US" smtClean="0"/>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endParaRPr lang="en-GB"/>
          </a:p>
          <a:p>
            <a:pPr lvl="1"/>
            <a:r>
              <a:rPr lang="en-GB"/>
              <a:t>Second level</a:t>
            </a:r>
            <a:endParaRPr lang="en-GB"/>
          </a:p>
          <a:p>
            <a:pPr lvl="2"/>
            <a:r>
              <a:rPr lang="en-GB"/>
              <a:t>Third level</a:t>
            </a:r>
            <a:endParaRPr lang="en-GB"/>
          </a:p>
          <a:p>
            <a:pPr lvl="3"/>
            <a:r>
              <a:rPr lang="en-GB"/>
              <a:t>Fourth level</a:t>
            </a:r>
            <a:endParaRPr lang="en-GB"/>
          </a:p>
          <a:p>
            <a:pPr lvl="4"/>
            <a:r>
              <a:rPr lang="en-GB"/>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FD8C8A6-9616-AE47-931A-BD9F21D128E4}" type="datetime1">
              <a:rPr lang="en-US" smtClean="0"/>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F8CBF50-853B-304C-BCA2-DB5146F0D4EA}" type="slidenum">
              <a:rPr lang="en-US" smtClean="0"/>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png"/></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2.xml"/><Relationship Id="rId1"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2.xml"/><Relationship Id="rId1" Type="http://schemas.openxmlformats.org/officeDocument/2006/relationships/image" Target="../media/image6.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7.pn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8" Type="http://schemas.openxmlformats.org/officeDocument/2006/relationships/notesSlide" Target="../notesSlides/notesSlide5.xml"/><Relationship Id="rId7" Type="http://schemas.openxmlformats.org/officeDocument/2006/relationships/slideLayout" Target="../slideLayouts/slideLayout2.xml"/><Relationship Id="rId6" Type="http://schemas.openxmlformats.org/officeDocument/2006/relationships/tags" Target="../tags/tag1.xml"/><Relationship Id="rId5" Type="http://schemas.openxmlformats.org/officeDocument/2006/relationships/image" Target="../media/image12.png"/><Relationship Id="rId4" Type="http://schemas.openxmlformats.org/officeDocument/2006/relationships/image" Target="../media/image11.png"/><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image" Target="../media/image8.png"/></Relationships>
</file>

<file path=ppt/slides/_rels/slide22.xml.rels><?xml version="1.0" encoding="UTF-8" standalone="yes"?>
<Relationships xmlns="http://schemas.openxmlformats.org/package/2006/relationships"><Relationship Id="rId4" Type="http://schemas.openxmlformats.org/officeDocument/2006/relationships/notesSlide" Target="../notesSlides/notesSlide6.xml"/><Relationship Id="rId3" Type="http://schemas.openxmlformats.org/officeDocument/2006/relationships/slideLayout" Target="../slideLayouts/slideLayout2.xml"/><Relationship Id="rId2" Type="http://schemas.openxmlformats.org/officeDocument/2006/relationships/image" Target="../media/image14.png"/><Relationship Id="rId1" Type="http://schemas.openxmlformats.org/officeDocument/2006/relationships/image" Target="../media/image13.png"/></Relationships>
</file>

<file path=ppt/slides/_rels/slide23.xml.rels><?xml version="1.0" encoding="UTF-8" standalone="yes"?>
<Relationships xmlns="http://schemas.openxmlformats.org/package/2006/relationships"><Relationship Id="rId6" Type="http://schemas.openxmlformats.org/officeDocument/2006/relationships/slideLayout" Target="../slideLayouts/slideLayout2.xml"/><Relationship Id="rId5" Type="http://schemas.microsoft.com/office/2007/relationships/diagramDrawing" Target="../diagrams/drawing1.xml"/><Relationship Id="rId4" Type="http://schemas.openxmlformats.org/officeDocument/2006/relationships/diagramColors" Target="../diagrams/colors1.xml"/><Relationship Id="rId3" Type="http://schemas.openxmlformats.org/officeDocument/2006/relationships/diagramQuickStyle" Target="../diagrams/quickStyle1.xml"/><Relationship Id="rId2" Type="http://schemas.openxmlformats.org/officeDocument/2006/relationships/diagramLayout" Target="../diagrams/layout1.xml"/><Relationship Id="rId1" Type="http://schemas.openxmlformats.org/officeDocument/2006/relationships/diagramData" Target="../diagrams/data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16.png"/><Relationship Id="rId1" Type="http://schemas.openxmlformats.org/officeDocument/2006/relationships/image" Target="../media/image15.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7.png"/></Relationships>
</file>

<file path=ppt/slides/_rels/slide3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8.png"/></Relationships>
</file>

<file path=ppt/slides/_rels/slide3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9.png"/></Relationships>
</file>

<file path=ppt/slides/_rels/slide3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0.png"/></Relationships>
</file>

<file path=ppt/slides/_rels/slide3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1.png"/></Relationships>
</file>

<file path=ppt/slides/_rels/slide3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2.png"/></Relationships>
</file>

<file path=ppt/slides/_rels/slide3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3.png"/></Relationships>
</file>

<file path=ppt/slides/_rels/slide3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4.png"/></Relationships>
</file>

<file path=ppt/slides/_rels/slide4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5.png"/></Relationships>
</file>

<file path=ppt/slides/_rels/slide4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6.png"/></Relationships>
</file>

<file path=ppt/slides/_rels/slide4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7.png"/></Relationships>
</file>

<file path=ppt/slides/_rels/slide4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8.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5.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2.xml"/><Relationship Id="rId1" Type="http://schemas.openxmlformats.org/officeDocument/2006/relationships/image" Target="../media/image29.pn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0.png"/></Relationships>
</file>

<file path=ppt/slides/_rels/slide5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1.png"/></Relationships>
</file>

<file path=ppt/slides/_rels/slide5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2.png"/></Relationships>
</file>

<file path=ppt/slides/_rels/slide5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3.png"/></Relationships>
</file>

<file path=ppt/slides/_rels/slide55.xml.rels><?xml version="1.0" encoding="UTF-8" standalone="yes"?>
<Relationships xmlns="http://schemas.openxmlformats.org/package/2006/relationships"><Relationship Id="rId4" Type="http://schemas.openxmlformats.org/officeDocument/2006/relationships/notesSlide" Target="../notesSlides/notesSlide11.xml"/><Relationship Id="rId3" Type="http://schemas.openxmlformats.org/officeDocument/2006/relationships/slideLayout" Target="../slideLayouts/slideLayout2.xml"/><Relationship Id="rId2" Type="http://schemas.openxmlformats.org/officeDocument/2006/relationships/image" Target="../media/image35.png"/><Relationship Id="rId1" Type="http://schemas.openxmlformats.org/officeDocument/2006/relationships/image" Target="../media/image34.png"/></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6.png"/></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2.xml"/><Relationship Id="rId1" Type="http://schemas.openxmlformats.org/officeDocument/2006/relationships/image" Target="../media/image37.png"/></Relationships>
</file>

<file path=ppt/slides/_rels/slide6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8.png"/></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9.png"/></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Autofit/>
          </a:bodyPr>
          <a:lstStyle/>
          <a:p>
            <a:r>
              <a:rPr lang="en-US" altLang="zh-CN" sz="4400" dirty="0">
                <a:solidFill>
                  <a:schemeClr val="accent2"/>
                </a:solidFill>
              </a:rPr>
              <a:t>Fine Tuning LLMs</a:t>
            </a:r>
            <a:endParaRPr lang="en-US" altLang="zh-CN" sz="4400" dirty="0">
              <a:solidFill>
                <a:schemeClr val="accent2"/>
              </a:solidFill>
            </a:endParaRPr>
          </a:p>
        </p:txBody>
      </p:sp>
      <p:sp>
        <p:nvSpPr>
          <p:cNvPr id="3" name="Subtitle 2"/>
          <p:cNvSpPr>
            <a:spLocks noGrp="1"/>
          </p:cNvSpPr>
          <p:nvPr>
            <p:ph type="subTitle" idx="1"/>
          </p:nvPr>
        </p:nvSpPr>
        <p:spPr/>
        <p:txBody>
          <a:bodyPr>
            <a:normAutofit lnSpcReduction="10000"/>
          </a:bodyPr>
          <a:lstStyle/>
          <a:p>
            <a:endParaRPr lang="en-US" dirty="0"/>
          </a:p>
          <a:p>
            <a:r>
              <a:rPr lang="en-US" dirty="0" err="1"/>
              <a:t>Hailiang</a:t>
            </a:r>
            <a:r>
              <a:rPr lang="en-US" dirty="0"/>
              <a:t> Chen</a:t>
            </a:r>
            <a:endParaRPr lang="en-US" dirty="0"/>
          </a:p>
          <a:p>
            <a:r>
              <a:rPr lang="en-US" dirty="0"/>
              <a:t>HKU</a:t>
            </a:r>
            <a:r>
              <a:rPr lang="zh-CN" altLang="en-US" dirty="0"/>
              <a:t> </a:t>
            </a:r>
            <a:r>
              <a:rPr lang="en-US" altLang="zh-CN" dirty="0"/>
              <a:t>Business</a:t>
            </a:r>
            <a:r>
              <a:rPr lang="zh-CN" altLang="en-US" dirty="0"/>
              <a:t> </a:t>
            </a:r>
            <a:r>
              <a:rPr lang="en-US" altLang="zh-CN" dirty="0"/>
              <a:t>School</a:t>
            </a:r>
            <a:endParaRPr lang="en-US" altLang="zh-CN" dirty="0"/>
          </a:p>
          <a:p>
            <a:r>
              <a:rPr lang="en-US" dirty="0"/>
              <a:t>The University of Hong Kong</a:t>
            </a:r>
            <a:endParaRPr lang="en-US"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descr="A diagram of a diagram&#10;&#10;Description automatically generated"/>
          <p:cNvPicPr>
            <a:picLocks noGrp="1" noChangeAspect="1"/>
          </p:cNvPicPr>
          <p:nvPr>
            <p:ph idx="1"/>
          </p:nvPr>
        </p:nvPicPr>
        <p:blipFill>
          <a:blip r:embed="rId1"/>
          <a:srcRect b="1334"/>
          <a:stretch>
            <a:fillRect/>
          </a:stretch>
        </p:blipFill>
        <p:spPr>
          <a:xfrm>
            <a:off x="20" y="1282"/>
            <a:ext cx="12191980" cy="6856718"/>
          </a:xfrm>
          <a:prstGeom prst="rect">
            <a:avLst/>
          </a:prstGeom>
        </p:spPr>
      </p:pic>
      <p:sp>
        <p:nvSpPr>
          <p:cNvPr id="4" name="Slide Number Placeholder 3"/>
          <p:cNvSpPr>
            <a:spLocks noGrp="1"/>
          </p:cNvSpPr>
          <p:nvPr>
            <p:ph type="sldNum" sz="quarter" idx="12"/>
          </p:nvPr>
        </p:nvSpPr>
        <p:spPr>
          <a:xfrm>
            <a:off x="8610600" y="6356350"/>
            <a:ext cx="2743200" cy="365125"/>
          </a:xfrm>
        </p:spPr>
        <p:txBody>
          <a:bodyPr vert="horz" lIns="91440" tIns="45720" rIns="91440" bIns="45720" rtlCol="0" anchor="ctr">
            <a:normAutofit/>
          </a:bodyPr>
          <a:lstStyle/>
          <a:p>
            <a:pPr defTabSz="914400">
              <a:spcAft>
                <a:spcPts val="600"/>
              </a:spcAft>
            </a:pPr>
            <a:fld id="{7F8CBF50-853B-304C-BCA2-DB5146F0D4EA}" type="slidenum">
              <a:rPr lang="en-US">
                <a:solidFill>
                  <a:srgbClr val="FFFFFF"/>
                </a:solidFill>
              </a:rPr>
            </a:fld>
            <a:endParaRPr lang="en-US">
              <a:solidFill>
                <a:srgbClr val="FFFFFF"/>
              </a:solidFill>
            </a:endParaRPr>
          </a:p>
        </p:txBody>
      </p:sp>
      <p:sp>
        <p:nvSpPr>
          <p:cNvPr id="6" name="TextBox 5"/>
          <p:cNvSpPr txBox="1"/>
          <p:nvPr/>
        </p:nvSpPr>
        <p:spPr>
          <a:xfrm>
            <a:off x="-551569" y="6464254"/>
            <a:ext cx="3096883" cy="276999"/>
          </a:xfrm>
          <a:prstGeom prst="rect">
            <a:avLst/>
          </a:prstGeom>
          <a:noFill/>
        </p:spPr>
        <p:txBody>
          <a:bodyPr wrap="square" rtlCol="0">
            <a:spAutoFit/>
          </a:bodyPr>
          <a:lstStyle/>
          <a:p>
            <a:pPr algn="ctr"/>
            <a:r>
              <a:rPr lang="en-US" altLang="zh-CN" sz="1200" dirty="0">
                <a:solidFill>
                  <a:schemeClr val="tx1">
                    <a:lumMod val="50000"/>
                    <a:lumOff val="50000"/>
                  </a:schemeClr>
                </a:solidFill>
              </a:rPr>
              <a:t>Source: Databricks</a:t>
            </a:r>
            <a:endParaRPr lang="en-US" altLang="zh-CN" sz="1200" dirty="0">
              <a:solidFill>
                <a:schemeClr val="tx1">
                  <a:lumMod val="50000"/>
                  <a:lumOff val="50000"/>
                </a:schemeClr>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Outline</a:t>
            </a:r>
            <a:endParaRPr lang="en-US" dirty="0"/>
          </a:p>
        </p:txBody>
      </p:sp>
      <p:sp>
        <p:nvSpPr>
          <p:cNvPr id="3" name="Content Placeholder 2"/>
          <p:cNvSpPr>
            <a:spLocks noGrp="1"/>
          </p:cNvSpPr>
          <p:nvPr>
            <p:ph idx="1"/>
          </p:nvPr>
        </p:nvSpPr>
        <p:spPr/>
        <p:txBody>
          <a:bodyPr/>
          <a:lstStyle/>
          <a:p>
            <a:r>
              <a:rPr lang="en-US" dirty="0"/>
              <a:t>Fine-tuning</a:t>
            </a:r>
            <a:endParaRPr lang="en-US" dirty="0"/>
          </a:p>
          <a:p>
            <a:r>
              <a:rPr lang="en-US" dirty="0"/>
              <a:t>Instruction Tuning</a:t>
            </a:r>
            <a:endParaRPr lang="en-US" dirty="0"/>
          </a:p>
          <a:p>
            <a:r>
              <a:rPr lang="en-US" dirty="0"/>
              <a:t>Case Study: Multi-label Classification</a:t>
            </a:r>
            <a:endParaRPr lang="en-US" dirty="0"/>
          </a:p>
          <a:p>
            <a:r>
              <a:rPr lang="en-US" dirty="0"/>
              <a:t>PEFT</a:t>
            </a:r>
            <a:endParaRPr lang="en-US" dirty="0"/>
          </a:p>
          <a:p>
            <a:r>
              <a:rPr lang="en-US" dirty="0"/>
              <a:t>RLHF</a:t>
            </a:r>
            <a:endParaRPr lang="en-US" dirty="0"/>
          </a:p>
          <a:p>
            <a:endParaRPr lang="en-US" dirty="0"/>
          </a:p>
        </p:txBody>
      </p:sp>
      <p:sp>
        <p:nvSpPr>
          <p:cNvPr id="4" name="Slide Number Placeholder 3"/>
          <p:cNvSpPr>
            <a:spLocks noGrp="1"/>
          </p:cNvSpPr>
          <p:nvPr>
            <p:ph type="sldNum" sz="quarter" idx="12"/>
          </p:nvPr>
        </p:nvSpPr>
        <p:spPr/>
        <p:txBody>
          <a:bodyPr/>
          <a:lstStyle/>
          <a:p>
            <a:fld id="{7F8CBF50-853B-304C-BCA2-DB5146F0D4EA}" type="slidenum">
              <a:rPr lang="en-US" smtClean="0"/>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76200" y="6400412"/>
            <a:ext cx="3096883" cy="276999"/>
          </a:xfrm>
          <a:prstGeom prst="rect">
            <a:avLst/>
          </a:prstGeom>
          <a:noFill/>
        </p:spPr>
        <p:txBody>
          <a:bodyPr wrap="square" rtlCol="0">
            <a:spAutoFit/>
          </a:bodyPr>
          <a:lstStyle/>
          <a:p>
            <a:pPr algn="ctr"/>
            <a:r>
              <a:rPr lang="en-US" altLang="zh-CN" sz="1200" dirty="0">
                <a:solidFill>
                  <a:schemeClr val="tx1">
                    <a:lumMod val="50000"/>
                    <a:lumOff val="50000"/>
                  </a:schemeClr>
                </a:solidFill>
              </a:rPr>
              <a:t>Source: Microsoft</a:t>
            </a:r>
            <a:endParaRPr lang="en-US" altLang="zh-CN" sz="1200" dirty="0">
              <a:solidFill>
                <a:schemeClr val="tx1">
                  <a:lumMod val="50000"/>
                  <a:lumOff val="50000"/>
                </a:schemeClr>
              </a:solidFill>
            </a:endParaRPr>
          </a:p>
        </p:txBody>
      </p:sp>
      <p:sp>
        <p:nvSpPr>
          <p:cNvPr id="9" name="Title 1"/>
          <p:cNvSpPr>
            <a:spLocks noGrp="1"/>
          </p:cNvSpPr>
          <p:nvPr>
            <p:ph type="title"/>
          </p:nvPr>
        </p:nvSpPr>
        <p:spPr>
          <a:xfrm>
            <a:off x="838200" y="365125"/>
            <a:ext cx="10515600" cy="1325563"/>
          </a:xfrm>
        </p:spPr>
        <p:txBody>
          <a:bodyPr/>
          <a:lstStyle/>
          <a:p>
            <a:r>
              <a:rPr lang="en-US" dirty="0"/>
              <a:t>ML vs. LLM</a:t>
            </a:r>
            <a:endParaRPr lang="en-US" dirty="0"/>
          </a:p>
        </p:txBody>
      </p:sp>
      <p:pic>
        <p:nvPicPr>
          <p:cNvPr id="2050" name="Picture 2" descr="thumbnail image 1 of blog post titled &#10; &#10; &#10;  &#10; &#10; &#10; &#10;    &#10;  &#10;   &#10;    &#10;      &#10;       An Introduction to LLMOps: Operationalizing and Managing Large Language Models using Azure ML&#10;       &#10;      &#10;     &#10;   &#10;  &#10; &#10;   &#10; &#10; &#10; &#10; &#10; &#10;"/>
          <p:cNvPicPr>
            <a:picLocks noGrp="1" noChangeAspect="1" noChangeArrowheads="1"/>
          </p:cNvPicPr>
          <p:nvPr>
            <p:ph idx="1"/>
          </p:nvPr>
        </p:nvPicPr>
        <p:blipFill>
          <a:blip r:embed="rId1"/>
          <a:srcRect/>
          <a:stretch>
            <a:fillRect/>
          </a:stretch>
        </p:blipFill>
        <p:spPr bwMode="auto">
          <a:xfrm>
            <a:off x="969980" y="1433263"/>
            <a:ext cx="10252039" cy="4741183"/>
          </a:xfrm>
          <a:noFill/>
          <a:extLst>
            <a:ext uri="{909E8E84-426E-40DD-AFC4-6F175D3DCCD1}">
              <a14:hiddenFill xmlns:a14="http://schemas.microsoft.com/office/drawing/2010/main">
                <a:solidFill>
                  <a:srgbClr val="FFFFFF"/>
                </a:solidFill>
              </a14:hiddenFill>
            </a:ext>
          </a:extLst>
        </p:spPr>
      </p:pic>
      <p:sp>
        <p:nvSpPr>
          <p:cNvPr id="5" name="Slide Number Placeholder 4"/>
          <p:cNvSpPr>
            <a:spLocks noGrp="1"/>
          </p:cNvSpPr>
          <p:nvPr>
            <p:ph type="sldNum" sz="quarter" idx="12"/>
          </p:nvPr>
        </p:nvSpPr>
        <p:spPr>
          <a:xfrm>
            <a:off x="8610600" y="6356350"/>
            <a:ext cx="2743200" cy="365125"/>
          </a:xfrm>
        </p:spPr>
        <p:txBody>
          <a:bodyPr/>
          <a:lstStyle/>
          <a:p>
            <a:fld id="{6D49EFF0-5BC8-4886-A1D5-59C0C1A1A17F}" type="slidenum">
              <a:rPr lang="en-US" smtClean="0"/>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itle 1"/>
          <p:cNvSpPr>
            <a:spLocks noGrp="1"/>
          </p:cNvSpPr>
          <p:nvPr>
            <p:ph type="title"/>
          </p:nvPr>
        </p:nvSpPr>
        <p:spPr>
          <a:xfrm>
            <a:off x="838200" y="365125"/>
            <a:ext cx="10515600" cy="1325563"/>
          </a:xfrm>
        </p:spPr>
        <p:txBody>
          <a:bodyPr/>
          <a:lstStyle/>
          <a:p>
            <a:r>
              <a:rPr lang="en-US" dirty="0"/>
              <a:t>In-context Learning</a:t>
            </a:r>
            <a:endParaRPr lang="en-US" dirty="0"/>
          </a:p>
        </p:txBody>
      </p:sp>
      <p:pic>
        <p:nvPicPr>
          <p:cNvPr id="10" name="Content Placeholder 9"/>
          <p:cNvPicPr>
            <a:picLocks noGrp="1" noChangeAspect="1"/>
          </p:cNvPicPr>
          <p:nvPr>
            <p:ph idx="1"/>
          </p:nvPr>
        </p:nvPicPr>
        <p:blipFill>
          <a:blip r:embed="rId1"/>
          <a:stretch>
            <a:fillRect/>
          </a:stretch>
        </p:blipFill>
        <p:spPr>
          <a:xfrm>
            <a:off x="1143000" y="2001044"/>
            <a:ext cx="9906000" cy="4000500"/>
          </a:xfrm>
        </p:spPr>
      </p:pic>
      <p:sp>
        <p:nvSpPr>
          <p:cNvPr id="4" name="Slide Number Placeholder 3"/>
          <p:cNvSpPr>
            <a:spLocks noGrp="1"/>
          </p:cNvSpPr>
          <p:nvPr>
            <p:ph type="sldNum" sz="quarter" idx="12"/>
          </p:nvPr>
        </p:nvSpPr>
        <p:spPr>
          <a:xfrm>
            <a:off x="8610600" y="6356350"/>
            <a:ext cx="2743200" cy="365125"/>
          </a:xfrm>
        </p:spPr>
        <p:txBody>
          <a:bodyPr/>
          <a:lstStyle/>
          <a:p>
            <a:fld id="{6D49EFF0-5BC8-4886-A1D5-59C0C1A1A17F}" type="slidenum">
              <a:rPr lang="en-US" smtClean="0"/>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Content Placeholder 2" descr="A graph with colorful dots&#10;&#10;Description automatically generated"/>
          <p:cNvPicPr>
            <a:picLocks noGrp="1" noChangeAspect="1"/>
          </p:cNvPicPr>
          <p:nvPr>
            <p:ph idx="1"/>
          </p:nvPr>
        </p:nvPicPr>
        <p:blipFill>
          <a:blip r:embed="rId1"/>
          <a:stretch>
            <a:fillRect/>
          </a:stretch>
        </p:blipFill>
        <p:spPr>
          <a:xfrm>
            <a:off x="354417" y="68263"/>
            <a:ext cx="11483166" cy="6172200"/>
          </a:xfrm>
          <a:noFill/>
        </p:spPr>
      </p:pic>
      <p:sp>
        <p:nvSpPr>
          <p:cNvPr id="5" name="Slide Number Placeholder 4" hidden="1"/>
          <p:cNvSpPr>
            <a:spLocks noGrp="1"/>
          </p:cNvSpPr>
          <p:nvPr>
            <p:ph type="sldNum" sz="quarter" idx="12"/>
          </p:nvPr>
        </p:nvSpPr>
        <p:spPr>
          <a:xfrm>
            <a:off x="8610600" y="6356350"/>
            <a:ext cx="2743200" cy="365125"/>
          </a:xfrm>
        </p:spPr>
        <p:txBody>
          <a:bodyPr/>
          <a:lstStyle/>
          <a:p>
            <a:pPr>
              <a:spcAft>
                <a:spcPts val="600"/>
              </a:spcAft>
            </a:pPr>
            <a:fld id="{6D49EFF0-5BC8-4886-A1D5-59C0C1A1A17F}" type="slidenum">
              <a:rPr lang="en-US" smtClean="0"/>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p:cNvSpPr>
            <a:spLocks noGrp="1"/>
          </p:cNvSpPr>
          <p:nvPr>
            <p:ph type="title"/>
          </p:nvPr>
        </p:nvSpPr>
        <p:spPr>
          <a:xfrm>
            <a:off x="838200" y="365125"/>
            <a:ext cx="10515600" cy="1325563"/>
          </a:xfrm>
        </p:spPr>
        <p:txBody>
          <a:bodyPr/>
          <a:lstStyle/>
          <a:p>
            <a:r>
              <a:rPr lang="en-US" dirty="0"/>
              <a:t>Fine-tuning</a:t>
            </a:r>
            <a:endParaRPr lang="en-US" dirty="0"/>
          </a:p>
        </p:txBody>
      </p:sp>
      <p:sp>
        <p:nvSpPr>
          <p:cNvPr id="3" name="Content Placeholder 2"/>
          <p:cNvSpPr>
            <a:spLocks noGrp="1"/>
          </p:cNvSpPr>
          <p:nvPr>
            <p:ph idx="1"/>
          </p:nvPr>
        </p:nvSpPr>
        <p:spPr>
          <a:xfrm>
            <a:off x="838200" y="1825625"/>
            <a:ext cx="10515600" cy="4351338"/>
          </a:xfrm>
        </p:spPr>
        <p:txBody>
          <a:bodyPr/>
          <a:lstStyle/>
          <a:p>
            <a:r>
              <a:rPr lang="en-US" dirty="0"/>
              <a:t>Fine-tuning is a technique used to create a custom model by training an existing foundational model with a dataset of </a:t>
            </a:r>
            <a:r>
              <a:rPr lang="en-US" dirty="0">
                <a:solidFill>
                  <a:schemeClr val="accent2"/>
                </a:solidFill>
              </a:rPr>
              <a:t>additional training data</a:t>
            </a:r>
            <a:r>
              <a:rPr lang="en-US" dirty="0"/>
              <a:t>.</a:t>
            </a:r>
            <a:endParaRPr lang="en-US" dirty="0"/>
          </a:p>
          <a:p>
            <a:r>
              <a:rPr lang="en-US" dirty="0"/>
              <a:t>Fine-tuning can result in higher quality requests than prompt engineering alone, customize the model on examples larger than can fit in a prompt, and </a:t>
            </a:r>
            <a:r>
              <a:rPr lang="en-US" dirty="0">
                <a:solidFill>
                  <a:schemeClr val="accent2"/>
                </a:solidFill>
              </a:rPr>
              <a:t>allow the user to provide fewer examples</a:t>
            </a:r>
            <a:r>
              <a:rPr lang="en-US" dirty="0"/>
              <a:t> to get the same high-quality response. </a:t>
            </a:r>
            <a:endParaRPr lang="en-US" dirty="0"/>
          </a:p>
          <a:p>
            <a:r>
              <a:rPr lang="en-US" dirty="0"/>
              <a:t>However, the process for fine-tuning is both </a:t>
            </a:r>
            <a:r>
              <a:rPr lang="en-US" dirty="0">
                <a:solidFill>
                  <a:schemeClr val="accent2"/>
                </a:solidFill>
              </a:rPr>
              <a:t>costly and time intensive </a:t>
            </a:r>
            <a:r>
              <a:rPr lang="en-US" dirty="0"/>
              <a:t>and should only be used for use cases where it is necessary.</a:t>
            </a:r>
            <a:endParaRPr lang="en-US" dirty="0"/>
          </a:p>
        </p:txBody>
      </p:sp>
      <p:sp>
        <p:nvSpPr>
          <p:cNvPr id="4" name="Slide Number Placeholder 3"/>
          <p:cNvSpPr>
            <a:spLocks noGrp="1"/>
          </p:cNvSpPr>
          <p:nvPr>
            <p:ph type="sldNum" sz="quarter" idx="12"/>
          </p:nvPr>
        </p:nvSpPr>
        <p:spPr>
          <a:xfrm>
            <a:off x="8610600" y="6356350"/>
            <a:ext cx="2743200" cy="365125"/>
          </a:xfrm>
        </p:spPr>
        <p:txBody>
          <a:bodyPr/>
          <a:lstStyle/>
          <a:p>
            <a:fld id="{7F8CBF50-853B-304C-BCA2-DB5146F0D4EA}" type="slidenum">
              <a:rPr lang="en-US" smtClean="0"/>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1"/>
          <p:cNvSpPr>
            <a:spLocks noGrp="1"/>
          </p:cNvSpPr>
          <p:nvPr>
            <p:ph type="title"/>
          </p:nvPr>
        </p:nvSpPr>
        <p:spPr>
          <a:xfrm>
            <a:off x="838200" y="365125"/>
            <a:ext cx="10515600" cy="1325563"/>
          </a:xfrm>
        </p:spPr>
        <p:txBody>
          <a:bodyPr/>
          <a:lstStyle/>
          <a:p>
            <a:r>
              <a:rPr lang="en-US" dirty="0"/>
              <a:t>Fine-tuning Large Language Models</a:t>
            </a:r>
            <a:endParaRPr lang="en-US" dirty="0"/>
          </a:p>
        </p:txBody>
      </p:sp>
      <p:pic>
        <p:nvPicPr>
          <p:cNvPr id="13" name="Content Placeholder 12"/>
          <p:cNvPicPr>
            <a:picLocks noGrp="1" noChangeAspect="1"/>
          </p:cNvPicPr>
          <p:nvPr>
            <p:ph idx="1"/>
          </p:nvPr>
        </p:nvPicPr>
        <p:blipFill>
          <a:blip r:embed="rId1"/>
          <a:stretch>
            <a:fillRect/>
          </a:stretch>
        </p:blipFill>
        <p:spPr>
          <a:xfrm>
            <a:off x="838200" y="1977733"/>
            <a:ext cx="10515600" cy="4047122"/>
          </a:xfrm>
        </p:spPr>
      </p:pic>
      <p:sp>
        <p:nvSpPr>
          <p:cNvPr id="5" name="Slide Number Placeholder 4"/>
          <p:cNvSpPr>
            <a:spLocks noGrp="1"/>
          </p:cNvSpPr>
          <p:nvPr>
            <p:ph type="sldNum" sz="quarter" idx="12"/>
          </p:nvPr>
        </p:nvSpPr>
        <p:spPr>
          <a:xfrm>
            <a:off x="8610600" y="6356350"/>
            <a:ext cx="2743200" cy="365125"/>
          </a:xfrm>
        </p:spPr>
        <p:txBody>
          <a:bodyPr/>
          <a:lstStyle/>
          <a:p>
            <a:fld id="{6D49EFF0-5BC8-4886-A1D5-59C0C1A1A17F}" type="slidenum">
              <a:rPr lang="en-US" smtClean="0"/>
            </a:fld>
            <a:endParaRPr lang="en-US"/>
          </a:p>
        </p:txBody>
      </p:sp>
      <p:sp>
        <p:nvSpPr>
          <p:cNvPr id="3" name="TextBox 2"/>
          <p:cNvSpPr txBox="1"/>
          <p:nvPr/>
        </p:nvSpPr>
        <p:spPr>
          <a:xfrm>
            <a:off x="4547558" y="6400412"/>
            <a:ext cx="3096883" cy="276999"/>
          </a:xfrm>
          <a:prstGeom prst="rect">
            <a:avLst/>
          </a:prstGeom>
          <a:noFill/>
        </p:spPr>
        <p:txBody>
          <a:bodyPr wrap="square" rtlCol="0">
            <a:spAutoFit/>
          </a:bodyPr>
          <a:lstStyle/>
          <a:p>
            <a:pPr algn="ctr"/>
            <a:r>
              <a:rPr lang="en-US" altLang="zh-CN" sz="1200" dirty="0">
                <a:solidFill>
                  <a:schemeClr val="tx1">
                    <a:lumMod val="50000"/>
                    <a:lumOff val="50000"/>
                  </a:schemeClr>
                </a:solidFill>
              </a:rPr>
              <a:t>Source: </a:t>
            </a:r>
            <a:r>
              <a:rPr lang="en-US" altLang="zh-CN" sz="1200" dirty="0" err="1">
                <a:solidFill>
                  <a:schemeClr val="tx1">
                    <a:lumMod val="50000"/>
                    <a:lumOff val="50000"/>
                  </a:schemeClr>
                </a:solidFill>
              </a:rPr>
              <a:t>DeepLearning.AI</a:t>
            </a:r>
            <a:r>
              <a:rPr lang="en-US" altLang="zh-CN" sz="1200" dirty="0">
                <a:solidFill>
                  <a:schemeClr val="tx1">
                    <a:lumMod val="50000"/>
                    <a:lumOff val="50000"/>
                  </a:schemeClr>
                </a:solidFill>
              </a:rPr>
              <a:t> / AWS</a:t>
            </a:r>
            <a:endParaRPr lang="en-US" altLang="zh-CN" sz="1200" dirty="0">
              <a:solidFill>
                <a:schemeClr val="tx1">
                  <a:lumMod val="50000"/>
                  <a:lumOff val="50000"/>
                </a:schemeClr>
              </a:solidFill>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p:spPr>
        <p:txBody>
          <a:bodyPr/>
          <a:lstStyle/>
          <a:p>
            <a:r>
              <a:rPr lang="en-US" dirty="0"/>
              <a:t>Why Fine-tuning?</a:t>
            </a:r>
            <a:endParaRPr lang="en-US" dirty="0"/>
          </a:p>
        </p:txBody>
      </p:sp>
      <p:sp>
        <p:nvSpPr>
          <p:cNvPr id="3" name="Content Placeholder 2"/>
          <p:cNvSpPr>
            <a:spLocks noGrp="1"/>
          </p:cNvSpPr>
          <p:nvPr>
            <p:ph idx="1"/>
          </p:nvPr>
        </p:nvSpPr>
        <p:spPr>
          <a:xfrm>
            <a:off x="838200" y="1825625"/>
            <a:ext cx="10515600" cy="4351338"/>
          </a:xfrm>
        </p:spPr>
        <p:txBody>
          <a:bodyPr/>
          <a:lstStyle/>
          <a:p>
            <a:r>
              <a:rPr lang="en-US" dirty="0"/>
              <a:t>To solve a specific problem</a:t>
            </a:r>
            <a:endParaRPr lang="en-US" dirty="0"/>
          </a:p>
          <a:p>
            <a:pPr lvl="1"/>
            <a:r>
              <a:rPr lang="en-US" dirty="0"/>
              <a:t>Higher quality results than prompting</a:t>
            </a:r>
            <a:endParaRPr lang="en-US" dirty="0"/>
          </a:p>
          <a:p>
            <a:r>
              <a:rPr lang="en-US" dirty="0"/>
              <a:t>Ability to train on more examples than can fit in a prompt</a:t>
            </a:r>
            <a:endParaRPr lang="en-US" dirty="0"/>
          </a:p>
          <a:p>
            <a:pPr lvl="1"/>
            <a:r>
              <a:rPr lang="en-US" dirty="0"/>
              <a:t>Abundance of high-quality data and ground truth labels </a:t>
            </a:r>
            <a:endParaRPr lang="en-US" dirty="0"/>
          </a:p>
          <a:p>
            <a:r>
              <a:rPr lang="en-US" dirty="0"/>
              <a:t>Cost considerations</a:t>
            </a:r>
            <a:endParaRPr lang="en-US" dirty="0"/>
          </a:p>
          <a:p>
            <a:pPr lvl="1"/>
            <a:r>
              <a:rPr lang="en-US" dirty="0"/>
              <a:t>Token savings due to shorter prompts</a:t>
            </a:r>
            <a:endParaRPr lang="en-US" dirty="0"/>
          </a:p>
          <a:p>
            <a:pPr lvl="1"/>
            <a:r>
              <a:rPr lang="en-US" dirty="0"/>
              <a:t>More cost effective to use smaller or less capable models</a:t>
            </a:r>
            <a:endParaRPr lang="en-US" dirty="0"/>
          </a:p>
          <a:p>
            <a:r>
              <a:rPr lang="en-US" dirty="0"/>
              <a:t>Latency (faster response without long prompts in RAG)</a:t>
            </a:r>
            <a:endParaRPr lang="en-US" dirty="0"/>
          </a:p>
        </p:txBody>
      </p:sp>
      <p:sp>
        <p:nvSpPr>
          <p:cNvPr id="4" name="Slide Number Placeholder 3"/>
          <p:cNvSpPr>
            <a:spLocks noGrp="1"/>
          </p:cNvSpPr>
          <p:nvPr>
            <p:ph type="sldNum" sz="quarter" idx="12"/>
          </p:nvPr>
        </p:nvSpPr>
        <p:spPr>
          <a:xfrm>
            <a:off x="8610600" y="6356350"/>
            <a:ext cx="2743200" cy="365125"/>
          </a:xfrm>
        </p:spPr>
        <p:txBody>
          <a:bodyPr/>
          <a:lstStyle/>
          <a:p>
            <a:fld id="{7F8CBF50-853B-304C-BCA2-DB5146F0D4EA}" type="slidenum">
              <a:rPr lang="en-US" smtClean="0"/>
            </a:fld>
            <a:endParaRPr lang="en-US"/>
          </a:p>
        </p:txBody>
      </p:sp>
      <p:sp>
        <p:nvSpPr>
          <p:cNvPr id="5" name="TextBox 4"/>
          <p:cNvSpPr txBox="1"/>
          <p:nvPr/>
        </p:nvSpPr>
        <p:spPr>
          <a:xfrm>
            <a:off x="4547558" y="6400412"/>
            <a:ext cx="3096883" cy="276999"/>
          </a:xfrm>
          <a:prstGeom prst="rect">
            <a:avLst/>
          </a:prstGeom>
          <a:noFill/>
        </p:spPr>
        <p:txBody>
          <a:bodyPr wrap="square" rtlCol="0">
            <a:spAutoFit/>
          </a:bodyPr>
          <a:lstStyle/>
          <a:p>
            <a:pPr algn="ctr"/>
            <a:r>
              <a:rPr lang="en-US" altLang="zh-CN" sz="1200" dirty="0">
                <a:solidFill>
                  <a:schemeClr val="tx1">
                    <a:lumMod val="50000"/>
                    <a:lumOff val="50000"/>
                  </a:schemeClr>
                </a:solidFill>
              </a:rPr>
              <a:t>Source: Microsoft / OpenAI</a:t>
            </a:r>
            <a:endParaRPr lang="en-US" altLang="zh-CN" sz="1200" dirty="0">
              <a:solidFill>
                <a:schemeClr val="tx1">
                  <a:lumMod val="50000"/>
                  <a:lumOff val="50000"/>
                </a:schemeClr>
              </a:solidFill>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p:spPr>
        <p:txBody>
          <a:bodyPr/>
          <a:lstStyle/>
          <a:p>
            <a:r>
              <a:rPr lang="en-US" dirty="0"/>
              <a:t>Common use cases</a:t>
            </a:r>
            <a:endParaRPr lang="en-US" dirty="0"/>
          </a:p>
        </p:txBody>
      </p:sp>
      <p:sp>
        <p:nvSpPr>
          <p:cNvPr id="3" name="Content Placeholder 2"/>
          <p:cNvSpPr>
            <a:spLocks noGrp="1"/>
          </p:cNvSpPr>
          <p:nvPr>
            <p:ph idx="1"/>
          </p:nvPr>
        </p:nvSpPr>
        <p:spPr>
          <a:xfrm>
            <a:off x="838200" y="1825625"/>
            <a:ext cx="10515600" cy="4351338"/>
          </a:xfrm>
        </p:spPr>
        <p:txBody>
          <a:bodyPr/>
          <a:lstStyle/>
          <a:p>
            <a:r>
              <a:rPr lang="en-US" dirty="0"/>
              <a:t>Setting the style, tone, format, or other qualitative aspects</a:t>
            </a:r>
            <a:endParaRPr lang="en-US" dirty="0"/>
          </a:p>
          <a:p>
            <a:r>
              <a:rPr lang="en-US" dirty="0"/>
              <a:t>Improving reliability at producing a desired output</a:t>
            </a:r>
            <a:r>
              <a:rPr lang="zh-CN" altLang="en-US" dirty="0"/>
              <a:t>为考试专门学习</a:t>
            </a:r>
            <a:endParaRPr lang="zh-CN" altLang="en-US" dirty="0"/>
          </a:p>
          <a:p>
            <a:r>
              <a:rPr lang="zh-CN" altLang="en-US" dirty="0"/>
              <a:t>对于特定</a:t>
            </a:r>
            <a:r>
              <a:rPr lang="en-US" altLang="zh-CN" dirty="0"/>
              <a:t>task</a:t>
            </a:r>
            <a:r>
              <a:rPr lang="zh-CN" altLang="en-US" dirty="0"/>
              <a:t>可能提高表现性能，但其他领域</a:t>
            </a:r>
            <a:r>
              <a:rPr lang="en-US" altLang="zh-CN" dirty="0"/>
              <a:t>worse</a:t>
            </a:r>
            <a:r>
              <a:rPr lang="zh-CN" altLang="en-US" dirty="0"/>
              <a:t>，</a:t>
            </a:r>
            <a:r>
              <a:rPr lang="en-US" altLang="zh-CN" dirty="0"/>
              <a:t>“</a:t>
            </a:r>
            <a:r>
              <a:rPr lang="zh-CN" altLang="en-US" dirty="0"/>
              <a:t>偏科</a:t>
            </a:r>
            <a:r>
              <a:rPr lang="en-US" altLang="zh-CN" dirty="0"/>
              <a:t>”</a:t>
            </a:r>
            <a:endParaRPr lang="en-US" dirty="0"/>
          </a:p>
          <a:p>
            <a:r>
              <a:rPr lang="en-US" dirty="0"/>
              <a:t>Correcting failures to follow complex prompts</a:t>
            </a:r>
            <a:r>
              <a:rPr lang="zh-CN" altLang="en-US" dirty="0"/>
              <a:t>，具有规律的犯错，微调进行避免</a:t>
            </a:r>
            <a:endParaRPr lang="en-US" dirty="0"/>
          </a:p>
          <a:p>
            <a:r>
              <a:rPr lang="en-US" dirty="0"/>
              <a:t>Handling many edge cases in specific ways</a:t>
            </a:r>
            <a:r>
              <a:rPr lang="zh-CN" altLang="en-US" dirty="0"/>
              <a:t>，比如</a:t>
            </a:r>
            <a:r>
              <a:rPr lang="en-US" altLang="zh-CN" dirty="0"/>
              <a:t>outlier</a:t>
            </a:r>
            <a:endParaRPr lang="en-US" dirty="0"/>
          </a:p>
          <a:p>
            <a:r>
              <a:rPr lang="en-US" dirty="0"/>
              <a:t>Performing a new skill or task that’s hard to articulate in a prompt</a:t>
            </a:r>
            <a:r>
              <a:rPr lang="zh-CN" altLang="en-US" dirty="0"/>
              <a:t>语言描述不清楚（提示词工程）直接展示</a:t>
            </a:r>
            <a:r>
              <a:rPr lang="en-US" altLang="zh-CN" dirty="0"/>
              <a:t>how to do it</a:t>
            </a:r>
            <a:endParaRPr lang="en-US" dirty="0"/>
          </a:p>
          <a:p>
            <a:pPr marL="0" indent="0">
              <a:buNone/>
            </a:pPr>
            <a:endParaRPr lang="en-US" dirty="0"/>
          </a:p>
        </p:txBody>
      </p:sp>
      <p:sp>
        <p:nvSpPr>
          <p:cNvPr id="4" name="Slide Number Placeholder 3"/>
          <p:cNvSpPr>
            <a:spLocks noGrp="1"/>
          </p:cNvSpPr>
          <p:nvPr>
            <p:ph type="sldNum" sz="quarter" idx="12"/>
          </p:nvPr>
        </p:nvSpPr>
        <p:spPr>
          <a:xfrm>
            <a:off x="8610600" y="6356350"/>
            <a:ext cx="2743200" cy="365125"/>
          </a:xfrm>
        </p:spPr>
        <p:txBody>
          <a:bodyPr/>
          <a:lstStyle/>
          <a:p>
            <a:fld id="{7F8CBF50-853B-304C-BCA2-DB5146F0D4EA}" type="slidenum">
              <a:rPr lang="en-US" smtClean="0"/>
            </a:fld>
            <a:endParaRPr lang="en-US"/>
          </a:p>
        </p:txBody>
      </p:sp>
      <p:sp>
        <p:nvSpPr>
          <p:cNvPr id="8" name="TextBox 7"/>
          <p:cNvSpPr txBox="1"/>
          <p:nvPr/>
        </p:nvSpPr>
        <p:spPr>
          <a:xfrm>
            <a:off x="4547558" y="6400412"/>
            <a:ext cx="3096883" cy="276999"/>
          </a:xfrm>
          <a:prstGeom prst="rect">
            <a:avLst/>
          </a:prstGeom>
          <a:noFill/>
        </p:spPr>
        <p:txBody>
          <a:bodyPr wrap="square" rtlCol="0">
            <a:spAutoFit/>
          </a:bodyPr>
          <a:lstStyle/>
          <a:p>
            <a:pPr algn="ctr"/>
            <a:r>
              <a:rPr lang="en-US" altLang="zh-CN" sz="1200" dirty="0">
                <a:solidFill>
                  <a:schemeClr val="tx1">
                    <a:lumMod val="50000"/>
                    <a:lumOff val="50000"/>
                  </a:schemeClr>
                </a:solidFill>
              </a:rPr>
              <a:t>Source: OpenAI</a:t>
            </a:r>
            <a:endParaRPr lang="en-US" altLang="zh-CN" sz="1200" dirty="0">
              <a:solidFill>
                <a:schemeClr val="tx1">
                  <a:lumMod val="50000"/>
                  <a:lumOff val="50000"/>
                </a:schemeClr>
              </a:solidFill>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p:spPr>
        <p:txBody>
          <a:bodyPr/>
          <a:lstStyle/>
          <a:p>
            <a:r>
              <a:rPr lang="en-US" dirty="0"/>
              <a:t>Instruction Tuning</a:t>
            </a:r>
            <a:endParaRPr lang="en-US" dirty="0"/>
          </a:p>
        </p:txBody>
      </p:sp>
      <p:sp>
        <p:nvSpPr>
          <p:cNvPr id="3" name="Content Placeholder 2"/>
          <p:cNvSpPr>
            <a:spLocks noGrp="1"/>
          </p:cNvSpPr>
          <p:nvPr>
            <p:ph idx="1"/>
          </p:nvPr>
        </p:nvSpPr>
        <p:spPr>
          <a:xfrm>
            <a:off x="838200" y="1825625"/>
            <a:ext cx="10515600" cy="4351338"/>
          </a:xfrm>
        </p:spPr>
        <p:txBody>
          <a:bodyPr/>
          <a:lstStyle/>
          <a:p>
            <a:r>
              <a:rPr lang="en-US" dirty="0"/>
              <a:t>Instruction tuning is a technique used to fine-tune large language models (LLMs) on a dataset of instructional prompts paired with corresponding outputs.</a:t>
            </a:r>
            <a:endParaRPr lang="en-US" dirty="0"/>
          </a:p>
          <a:p>
            <a:r>
              <a:rPr lang="en-US" dirty="0"/>
              <a:t>This process enhances the model's ability to follow instructions and perform specific tasks more effectively.</a:t>
            </a:r>
            <a:endParaRPr lang="en-US" dirty="0"/>
          </a:p>
          <a:p>
            <a:r>
              <a:rPr lang="en-US" dirty="0"/>
              <a:t>It aims to bridge the gap between the model's pre-training (which focuses on predicting the next word) and the user's need for the model to adhere to specific instructions.</a:t>
            </a:r>
            <a:endParaRPr lang="en-US" dirty="0"/>
          </a:p>
        </p:txBody>
      </p:sp>
      <p:sp>
        <p:nvSpPr>
          <p:cNvPr id="4" name="Slide Number Placeholder 3"/>
          <p:cNvSpPr>
            <a:spLocks noGrp="1"/>
          </p:cNvSpPr>
          <p:nvPr>
            <p:ph type="sldNum" sz="quarter" idx="12"/>
          </p:nvPr>
        </p:nvSpPr>
        <p:spPr>
          <a:xfrm>
            <a:off x="8610600" y="6356350"/>
            <a:ext cx="2743200" cy="365125"/>
          </a:xfrm>
        </p:spPr>
        <p:txBody>
          <a:bodyPr/>
          <a:lstStyle/>
          <a:p>
            <a:fld id="{7F8CBF50-853B-304C-BCA2-DB5146F0D4EA}" type="slidenum">
              <a:rPr lang="en-US" smtClean="0"/>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p:spPr>
        <p:txBody>
          <a:bodyPr/>
          <a:lstStyle/>
          <a:p>
            <a:r>
              <a:rPr lang="en-US" dirty="0"/>
              <a:t>Earlier LLMs</a:t>
            </a:r>
            <a:endParaRPr lang="en-US" dirty="0"/>
          </a:p>
        </p:txBody>
      </p:sp>
      <p:sp>
        <p:nvSpPr>
          <p:cNvPr id="3" name="Content Placeholder 2"/>
          <p:cNvSpPr>
            <a:spLocks noGrp="1"/>
          </p:cNvSpPr>
          <p:nvPr>
            <p:ph idx="1"/>
          </p:nvPr>
        </p:nvSpPr>
        <p:spPr>
          <a:xfrm>
            <a:off x="838200" y="1825625"/>
            <a:ext cx="10515600" cy="4351338"/>
          </a:xfrm>
        </p:spPr>
        <p:txBody>
          <a:bodyPr>
            <a:normAutofit fontScale="90000" lnSpcReduction="10000"/>
          </a:bodyPr>
          <a:lstStyle/>
          <a:p>
            <a:r>
              <a:rPr lang="en-US" dirty="0"/>
              <a:t>Prompt: </a:t>
            </a:r>
            <a:r>
              <a:rPr lang="en-US" dirty="0"/>
              <a:t>Tell me about the weather.</a:t>
            </a:r>
            <a:endParaRPr lang="en-US" dirty="0"/>
          </a:p>
          <a:p>
            <a:r>
              <a:rPr lang="en-US" dirty="0"/>
              <a:t>Completion: The weather today is sunny with a high of 75 degrees Fahrenheit. It’s a beautiful day outside, and you might want to consider going for a walk or enjoying some outdoor activities. The sun is shining brightly, and there are no clouds in the sky, making it a perfect day for a picnic or a trip to the park. Remember to wear sunscreen if you plan to be outside for an extended period!</a:t>
            </a:r>
            <a:endParaRPr lang="en-US" dirty="0"/>
          </a:p>
          <a:p>
            <a:endParaRPr lang="en-US" dirty="0"/>
          </a:p>
          <a:p>
            <a:endParaRPr lang="en-US" dirty="0"/>
          </a:p>
          <a:p>
            <a:r>
              <a:rPr lang="en-US" dirty="0"/>
              <a:t>LLM trained by raw data from internet, raw model, raw data, output is random thing</a:t>
            </a:r>
            <a:endParaRPr lang="en-US" dirty="0"/>
          </a:p>
          <a:p>
            <a:r>
              <a:rPr lang="en-US" dirty="0"/>
              <a:t>waste token</a:t>
            </a:r>
            <a:endParaRPr lang="en-US" dirty="0"/>
          </a:p>
        </p:txBody>
      </p:sp>
      <p:sp>
        <p:nvSpPr>
          <p:cNvPr id="4" name="Slide Number Placeholder 3"/>
          <p:cNvSpPr>
            <a:spLocks noGrp="1"/>
          </p:cNvSpPr>
          <p:nvPr>
            <p:ph type="sldNum" sz="quarter" idx="12"/>
          </p:nvPr>
        </p:nvSpPr>
        <p:spPr>
          <a:xfrm>
            <a:off x="8610600" y="6356350"/>
            <a:ext cx="2743200" cy="365125"/>
          </a:xfrm>
        </p:spPr>
        <p:txBody>
          <a:bodyPr/>
          <a:lstStyle/>
          <a:p>
            <a:fld id="{7F8CBF50-853B-304C-BCA2-DB5146F0D4EA}" type="slidenum">
              <a:rPr lang="en-US" smtClean="0"/>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p:spPr>
        <p:txBody>
          <a:bodyPr/>
          <a:lstStyle/>
          <a:p>
            <a:r>
              <a:rPr lang="en-US" dirty="0"/>
              <a:t>Instruction-tuned LLMs</a:t>
            </a:r>
            <a:endParaRPr lang="en-US" dirty="0"/>
          </a:p>
        </p:txBody>
      </p:sp>
      <p:sp>
        <p:nvSpPr>
          <p:cNvPr id="3" name="Content Placeholder 2"/>
          <p:cNvSpPr>
            <a:spLocks noGrp="1"/>
          </p:cNvSpPr>
          <p:nvPr>
            <p:ph idx="1"/>
          </p:nvPr>
        </p:nvSpPr>
        <p:spPr>
          <a:xfrm>
            <a:off x="838200" y="1825625"/>
            <a:ext cx="10515600" cy="4351338"/>
          </a:xfrm>
        </p:spPr>
        <p:txBody>
          <a:bodyPr/>
          <a:lstStyle/>
          <a:p>
            <a:r>
              <a:rPr lang="en-US" dirty="0"/>
              <a:t>Prompt: </a:t>
            </a:r>
            <a:r>
              <a:rPr lang="en-US" dirty="0"/>
              <a:t>Tell me about the weather.</a:t>
            </a:r>
            <a:endParaRPr lang="en-US" dirty="0"/>
          </a:p>
          <a:p>
            <a:r>
              <a:rPr lang="en-US" dirty="0"/>
              <a:t>Completion: </a:t>
            </a:r>
            <a:r>
              <a:rPr lang="en-US" dirty="0"/>
              <a:t>Today’s weather is sunny with a high of 75°F. Perfect for outdoor activities!</a:t>
            </a:r>
            <a:endParaRPr lang="en-US" dirty="0"/>
          </a:p>
        </p:txBody>
      </p:sp>
      <p:sp>
        <p:nvSpPr>
          <p:cNvPr id="4" name="Slide Number Placeholder 3"/>
          <p:cNvSpPr>
            <a:spLocks noGrp="1"/>
          </p:cNvSpPr>
          <p:nvPr>
            <p:ph type="sldNum" sz="quarter" idx="12"/>
          </p:nvPr>
        </p:nvSpPr>
        <p:spPr>
          <a:xfrm>
            <a:off x="8610600" y="6356350"/>
            <a:ext cx="2743200" cy="365125"/>
          </a:xfrm>
        </p:spPr>
        <p:txBody>
          <a:bodyPr/>
          <a:lstStyle/>
          <a:p>
            <a:fld id="{7F8CBF50-853B-304C-BCA2-DB5146F0D4EA}" type="slidenum">
              <a:rPr lang="en-US" smtClean="0"/>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p:spPr>
        <p:txBody>
          <a:bodyPr/>
          <a:lstStyle/>
          <a:p>
            <a:r>
              <a:rPr lang="en-US" dirty="0"/>
              <a:t>Benefits of Instruction Tuning</a:t>
            </a:r>
            <a:endParaRPr lang="en-US" dirty="0"/>
          </a:p>
        </p:txBody>
      </p:sp>
      <p:sp>
        <p:nvSpPr>
          <p:cNvPr id="3" name="Content Placeholder 2"/>
          <p:cNvSpPr>
            <a:spLocks noGrp="1"/>
          </p:cNvSpPr>
          <p:nvPr>
            <p:ph idx="1"/>
          </p:nvPr>
        </p:nvSpPr>
        <p:spPr>
          <a:xfrm>
            <a:off x="838200" y="1825625"/>
            <a:ext cx="10515600" cy="4351338"/>
          </a:xfrm>
        </p:spPr>
        <p:txBody>
          <a:bodyPr/>
          <a:lstStyle/>
          <a:p>
            <a:r>
              <a:rPr lang="en-US" dirty="0"/>
              <a:t>Conciseness</a:t>
            </a:r>
            <a:r>
              <a:rPr lang="zh-CN" altLang="en-US" dirty="0"/>
              <a:t>精准</a:t>
            </a:r>
            <a:r>
              <a:rPr lang="en-US" dirty="0"/>
              <a:t>: Instruction tuning helps the model understand when to stop and how to deliver information succinctly.</a:t>
            </a:r>
            <a:endParaRPr lang="en-US" dirty="0"/>
          </a:p>
          <a:p>
            <a:r>
              <a:rPr lang="en-US" dirty="0"/>
              <a:t>User Experience: By providing clear and direct answers, the model enhances user satisfaction and engagement.</a:t>
            </a:r>
            <a:endParaRPr lang="en-US" dirty="0"/>
          </a:p>
          <a:p>
            <a:r>
              <a:rPr lang="en-US" dirty="0"/>
              <a:t>Task Appropriateness: It ensures that the model tailors its responses to the context of the query, avoiding unnecessary elaboration.</a:t>
            </a:r>
            <a:endParaRPr lang="en-US" dirty="0"/>
          </a:p>
          <a:p>
            <a:endParaRPr lang="en-US" dirty="0"/>
          </a:p>
        </p:txBody>
      </p:sp>
      <p:sp>
        <p:nvSpPr>
          <p:cNvPr id="4" name="Slide Number Placeholder 3"/>
          <p:cNvSpPr>
            <a:spLocks noGrp="1"/>
          </p:cNvSpPr>
          <p:nvPr>
            <p:ph type="sldNum" sz="quarter" idx="12"/>
          </p:nvPr>
        </p:nvSpPr>
        <p:spPr>
          <a:xfrm>
            <a:off x="8610600" y="6356350"/>
            <a:ext cx="2743200" cy="365125"/>
          </a:xfrm>
        </p:spPr>
        <p:txBody>
          <a:bodyPr/>
          <a:lstStyle/>
          <a:p>
            <a:fld id="{7F8CBF50-853B-304C-BCA2-DB5146F0D4EA}" type="slidenum">
              <a:rPr lang="en-US" smtClean="0"/>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p:spPr>
        <p:txBody>
          <a:bodyPr/>
          <a:lstStyle/>
          <a:p>
            <a:r>
              <a:rPr lang="en-US" dirty="0"/>
              <a:t>Fine-tuning Steps</a:t>
            </a:r>
            <a:endParaRPr lang="en-US" dirty="0"/>
          </a:p>
        </p:txBody>
      </p:sp>
      <p:sp>
        <p:nvSpPr>
          <p:cNvPr id="3" name="Content Placeholder 2"/>
          <p:cNvSpPr>
            <a:spLocks noGrp="1"/>
          </p:cNvSpPr>
          <p:nvPr>
            <p:ph idx="1"/>
          </p:nvPr>
        </p:nvSpPr>
        <p:spPr>
          <a:xfrm>
            <a:off x="838200" y="1825625"/>
            <a:ext cx="10515600" cy="4351338"/>
          </a:xfrm>
        </p:spPr>
        <p:txBody>
          <a:bodyPr/>
          <a:lstStyle/>
          <a:p>
            <a:r>
              <a:rPr lang="en-US" dirty="0"/>
              <a:t>Prepare and upload training data</a:t>
            </a:r>
            <a:endParaRPr lang="en-US" dirty="0"/>
          </a:p>
          <a:p>
            <a:r>
              <a:rPr lang="en-US" dirty="0"/>
              <a:t>Train a new fine-tuned model</a:t>
            </a:r>
            <a:endParaRPr lang="en-US" dirty="0"/>
          </a:p>
          <a:p>
            <a:r>
              <a:rPr lang="en-US" dirty="0"/>
              <a:t>Evaluate results and go back to step 1 if needed</a:t>
            </a:r>
            <a:endParaRPr lang="en-US" dirty="0"/>
          </a:p>
          <a:p>
            <a:r>
              <a:rPr lang="en-US" dirty="0"/>
              <a:t>Use your fine-tuned model</a:t>
            </a:r>
            <a:endParaRPr lang="en-US" dirty="0"/>
          </a:p>
          <a:p>
            <a:endParaRPr lang="en-US" dirty="0"/>
          </a:p>
        </p:txBody>
      </p:sp>
      <p:sp>
        <p:nvSpPr>
          <p:cNvPr id="4" name="Slide Number Placeholder 3"/>
          <p:cNvSpPr>
            <a:spLocks noGrp="1"/>
          </p:cNvSpPr>
          <p:nvPr>
            <p:ph type="sldNum" sz="quarter" idx="12"/>
          </p:nvPr>
        </p:nvSpPr>
        <p:spPr>
          <a:xfrm>
            <a:off x="8610600" y="6356350"/>
            <a:ext cx="2743200" cy="365125"/>
          </a:xfrm>
        </p:spPr>
        <p:txBody>
          <a:bodyPr/>
          <a:lstStyle/>
          <a:p>
            <a:fld id="{7F8CBF50-853B-304C-BCA2-DB5146F0D4EA}" type="slidenum">
              <a:rPr lang="en-US" smtClean="0"/>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p:cNvSpPr>
            <a:spLocks noGrp="1"/>
          </p:cNvSpPr>
          <p:nvPr>
            <p:ph type="title"/>
          </p:nvPr>
        </p:nvSpPr>
        <p:spPr/>
        <p:txBody>
          <a:bodyPr/>
          <a:lstStyle/>
          <a:p>
            <a:r>
              <a:rPr lang="en-US" dirty="0"/>
              <a:t>OpenAI models that can be fine-tuned</a:t>
            </a:r>
            <a:endParaRPr lang="en-US" dirty="0"/>
          </a:p>
        </p:txBody>
      </p:sp>
      <p:sp>
        <p:nvSpPr>
          <p:cNvPr id="3" name="Content Placeholder 2"/>
          <p:cNvSpPr>
            <a:spLocks noGrp="1"/>
          </p:cNvSpPr>
          <p:nvPr>
            <p:ph idx="1"/>
          </p:nvPr>
        </p:nvSpPr>
        <p:spPr>
          <a:xfrm>
            <a:off x="838200" y="1825625"/>
            <a:ext cx="10515600" cy="4351338"/>
          </a:xfrm>
        </p:spPr>
        <p:txBody>
          <a:bodyPr/>
          <a:lstStyle/>
          <a:p>
            <a:r>
              <a:rPr lang="en-US" dirty="0"/>
              <a:t>gpt-4o-mini (2024-07-18)</a:t>
            </a:r>
            <a:endParaRPr lang="en-US" dirty="0"/>
          </a:p>
          <a:p>
            <a:r>
              <a:rPr lang="en-US" dirty="0"/>
              <a:t>gpt-4o (2024-08-06)</a:t>
            </a:r>
            <a:endParaRPr lang="en-US" dirty="0"/>
          </a:p>
          <a:p>
            <a:r>
              <a:rPr lang="en-US" dirty="0"/>
              <a:t>gpt-4.1 (2025-04-14)</a:t>
            </a:r>
            <a:endParaRPr lang="en-US" dirty="0"/>
          </a:p>
          <a:p>
            <a:r>
              <a:rPr lang="en-US" dirty="0"/>
              <a:t>gpt-4.1-mini (2025-04-14)</a:t>
            </a:r>
            <a:endParaRPr lang="en-US" dirty="0"/>
          </a:p>
          <a:p>
            <a:r>
              <a:rPr lang="en-US" dirty="0"/>
              <a:t>gpt-4.1-nano (2025-04-14)</a:t>
            </a:r>
            <a:endParaRPr lang="en-US" dirty="0"/>
          </a:p>
          <a:p>
            <a:r>
              <a:rPr lang="en-US" dirty="0"/>
              <a:t>o4-mini (2025-04-16)</a:t>
            </a:r>
            <a:endParaRPr lang="en-US" dirty="0"/>
          </a:p>
          <a:p>
            <a:r>
              <a:rPr lang="en-US" dirty="0"/>
              <a:t>gpt-5 (2025-08-07)</a:t>
            </a:r>
            <a:endParaRPr lang="en-US" dirty="0"/>
          </a:p>
        </p:txBody>
      </p:sp>
      <p:sp>
        <p:nvSpPr>
          <p:cNvPr id="4" name="Slide Number Placeholder 3"/>
          <p:cNvSpPr>
            <a:spLocks noGrp="1"/>
          </p:cNvSpPr>
          <p:nvPr>
            <p:ph type="sldNum" sz="quarter" idx="12"/>
          </p:nvPr>
        </p:nvSpPr>
        <p:spPr>
          <a:xfrm>
            <a:off x="8610600" y="6356350"/>
            <a:ext cx="2743200" cy="365125"/>
          </a:xfrm>
        </p:spPr>
        <p:txBody>
          <a:bodyPr/>
          <a:lstStyle/>
          <a:p>
            <a:fld id="{7F8CBF50-853B-304C-BCA2-DB5146F0D4EA}" type="slidenum">
              <a:rPr lang="en-US" smtClean="0"/>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Evaluation</a:t>
            </a:r>
            <a:endParaRPr lang="en-US" dirty="0"/>
          </a:p>
        </p:txBody>
      </p:sp>
      <p:sp>
        <p:nvSpPr>
          <p:cNvPr id="3" name="Content Placeholder 2"/>
          <p:cNvSpPr>
            <a:spLocks noGrp="1"/>
          </p:cNvSpPr>
          <p:nvPr>
            <p:ph idx="1"/>
          </p:nvPr>
        </p:nvSpPr>
        <p:spPr/>
        <p:txBody>
          <a:bodyPr>
            <a:normAutofit lnSpcReduction="10000"/>
          </a:bodyPr>
          <a:lstStyle/>
          <a:p>
            <a:r>
              <a:rPr lang="en-US" dirty="0"/>
              <a:t>Evaluations can be conducted by computers, humans, or a combination of both.</a:t>
            </a:r>
            <a:endParaRPr lang="en-US" dirty="0"/>
          </a:p>
          <a:p>
            <a:r>
              <a:rPr lang="en-US" dirty="0"/>
              <a:t>Computer-based evaluation</a:t>
            </a:r>
            <a:endParaRPr lang="en-US" dirty="0"/>
          </a:p>
          <a:p>
            <a:pPr lvl="1"/>
            <a:r>
              <a:rPr lang="en-US" dirty="0"/>
              <a:t>Fast, cheap, but potentially less accurate/effective</a:t>
            </a:r>
            <a:endParaRPr lang="en-US" dirty="0"/>
          </a:p>
          <a:p>
            <a:r>
              <a:rPr lang="en-US" dirty="0"/>
              <a:t>Human-based evaluation</a:t>
            </a:r>
            <a:endParaRPr lang="en-US" dirty="0"/>
          </a:p>
          <a:p>
            <a:pPr lvl="1"/>
            <a:r>
              <a:rPr lang="en-US" dirty="0"/>
              <a:t>Slow, expensive, but potentially more accurate</a:t>
            </a:r>
            <a:endParaRPr lang="en-US" dirty="0"/>
          </a:p>
          <a:p>
            <a:endParaRPr lang="en-US" dirty="0"/>
          </a:p>
          <a:p>
            <a:r>
              <a:rPr lang="en-US" dirty="0"/>
              <a:t>LLM-based evals </a:t>
            </a:r>
            <a:r>
              <a:rPr lang="zh-CN" altLang="en-US" dirty="0"/>
              <a:t>生成</a:t>
            </a:r>
            <a:r>
              <a:rPr lang="en-US" altLang="zh-CN" dirty="0"/>
              <a:t>ground truth</a:t>
            </a:r>
            <a:r>
              <a:rPr lang="zh-CN" altLang="en-US" dirty="0"/>
              <a:t>答案。</a:t>
            </a:r>
            <a:r>
              <a:rPr lang="en-US" altLang="zh-CN" dirty="0"/>
              <a:t>LLMestimation </a:t>
            </a:r>
            <a:r>
              <a:rPr lang="zh-CN" altLang="en-US" dirty="0"/>
              <a:t>跟人类标注对照</a:t>
            </a:r>
            <a:endParaRPr lang="en-US" dirty="0"/>
          </a:p>
          <a:p>
            <a:r>
              <a:rPr lang="zh-CN" altLang="en-US" dirty="0"/>
              <a:t>不同的指标根据项目选择，</a:t>
            </a:r>
            <a:r>
              <a:rPr lang="en-US" altLang="zh-CN" dirty="0"/>
              <a:t>specific</a:t>
            </a:r>
            <a:endParaRPr lang="en-US" altLang="zh-CN" dirty="0"/>
          </a:p>
        </p:txBody>
      </p:sp>
      <p:sp>
        <p:nvSpPr>
          <p:cNvPr id="4" name="Slide Number Placeholder 3"/>
          <p:cNvSpPr>
            <a:spLocks noGrp="1"/>
          </p:cNvSpPr>
          <p:nvPr>
            <p:ph type="sldNum" sz="quarter" idx="12"/>
          </p:nvPr>
        </p:nvSpPr>
        <p:spPr/>
        <p:txBody>
          <a:bodyPr/>
          <a:lstStyle/>
          <a:p>
            <a:fld id="{7F8CBF50-853B-304C-BCA2-DB5146F0D4EA}" type="slidenum">
              <a:rPr lang="en-US" smtClean="0"/>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p:spPr>
        <p:txBody>
          <a:bodyPr/>
          <a:lstStyle/>
          <a:p>
            <a:r>
              <a:rPr lang="en-US" dirty="0"/>
              <a:t>Common Similarity Metrics</a:t>
            </a:r>
            <a:endParaRPr lang="en-US" dirty="0"/>
          </a:p>
        </p:txBody>
      </p:sp>
      <p:graphicFrame>
        <p:nvGraphicFramePr>
          <p:cNvPr id="5" name="Content Placeholder 4"/>
          <p:cNvGraphicFramePr>
            <a:graphicFrameLocks noGrp="1"/>
          </p:cNvGraphicFramePr>
          <p:nvPr>
            <p:ph idx="1"/>
          </p:nvPr>
        </p:nvGraphicFramePr>
        <p:xfrm>
          <a:off x="838200" y="1825625"/>
          <a:ext cx="10515601" cy="4441853"/>
        </p:xfrm>
        <a:graphic>
          <a:graphicData uri="http://schemas.openxmlformats.org/drawingml/2006/table">
            <a:tbl>
              <a:tblPr firstRow="1" bandRow="1">
                <a:tableStyleId>{5C22544A-7EE6-4342-B048-85BDC9FD1C3A}</a:tableStyleId>
              </a:tblPr>
              <a:tblGrid>
                <a:gridCol w="3088341"/>
                <a:gridCol w="7427260"/>
              </a:tblGrid>
              <a:tr h="176361">
                <a:tc>
                  <a:txBody>
                    <a:bodyPr/>
                    <a:lstStyle/>
                    <a:p>
                      <a:pPr>
                        <a:lnSpc>
                          <a:spcPct val="115000"/>
                        </a:lnSpc>
                        <a:spcAft>
                          <a:spcPts val="800"/>
                        </a:spcAft>
                      </a:pPr>
                      <a:r>
                        <a:rPr lang="en-US" sz="2000" kern="100">
                          <a:effectLst/>
                        </a:rPr>
                        <a:t>Algorithm</a:t>
                      </a:r>
                      <a:endParaRPr lang="en-US" sz="2000" kern="100">
                        <a:effectLst/>
                        <a:latin typeface="Aptos" panose="020B0004020202020204" pitchFamily="34" charset="0"/>
                        <a:ea typeface="等线" panose="02010600030101010101" charset="-122"/>
                        <a:cs typeface="Times New Roman" panose="02020603050405020304" pitchFamily="18" charset="0"/>
                      </a:endParaRPr>
                    </a:p>
                  </a:txBody>
                  <a:tcPr marL="60486" marR="60486" marT="0" marB="0"/>
                </a:tc>
                <a:tc>
                  <a:txBody>
                    <a:bodyPr/>
                    <a:lstStyle/>
                    <a:p>
                      <a:pPr>
                        <a:lnSpc>
                          <a:spcPct val="115000"/>
                        </a:lnSpc>
                        <a:spcAft>
                          <a:spcPts val="800"/>
                        </a:spcAft>
                      </a:pPr>
                      <a:r>
                        <a:rPr lang="en-US" sz="2000" kern="100" dirty="0">
                          <a:effectLst/>
                        </a:rPr>
                        <a:t>Description</a:t>
                      </a:r>
                      <a:endParaRPr lang="en-US" sz="2000" kern="100" dirty="0">
                        <a:effectLst/>
                        <a:latin typeface="Aptos" panose="020B0004020202020204" pitchFamily="34" charset="0"/>
                        <a:ea typeface="等线" panose="02010600030101010101" charset="-122"/>
                        <a:cs typeface="Times New Roman" panose="02020603050405020304" pitchFamily="18" charset="0"/>
                      </a:endParaRPr>
                    </a:p>
                  </a:txBody>
                  <a:tcPr marL="60486" marR="60486" marT="0" marB="0"/>
                </a:tc>
              </a:tr>
              <a:tr h="361851">
                <a:tc>
                  <a:txBody>
                    <a:bodyPr/>
                    <a:lstStyle/>
                    <a:p>
                      <a:pPr>
                        <a:lnSpc>
                          <a:spcPct val="115000"/>
                        </a:lnSpc>
                        <a:spcAft>
                          <a:spcPts val="800"/>
                        </a:spcAft>
                      </a:pPr>
                      <a:r>
                        <a:rPr lang="en-US" sz="2000" kern="100">
                          <a:effectLst/>
                        </a:rPr>
                        <a:t>Longest common substring</a:t>
                      </a:r>
                      <a:endParaRPr lang="en-US" sz="2000" kern="100">
                        <a:effectLst/>
                        <a:latin typeface="Aptos" panose="020B0004020202020204" pitchFamily="34" charset="0"/>
                        <a:ea typeface="等线" panose="02010600030101010101" charset="-122"/>
                        <a:cs typeface="Times New Roman" panose="02020603050405020304" pitchFamily="18" charset="0"/>
                      </a:endParaRPr>
                    </a:p>
                  </a:txBody>
                  <a:tcPr marL="60486" marR="60486" marT="0" marB="0"/>
                </a:tc>
                <a:tc>
                  <a:txBody>
                    <a:bodyPr/>
                    <a:lstStyle/>
                    <a:p>
                      <a:pPr>
                        <a:lnSpc>
                          <a:spcPct val="115000"/>
                        </a:lnSpc>
                        <a:spcAft>
                          <a:spcPts val="800"/>
                        </a:spcAft>
                      </a:pPr>
                      <a:r>
                        <a:rPr lang="en-US" sz="2000" kern="100" dirty="0">
                          <a:effectLst/>
                        </a:rPr>
                        <a:t>Finds the longest common substring between two strings</a:t>
                      </a:r>
                      <a:endParaRPr lang="en-US" sz="2000" kern="100" dirty="0">
                        <a:effectLst/>
                        <a:latin typeface="Aptos" panose="020B0004020202020204" pitchFamily="34" charset="0"/>
                        <a:ea typeface="等线" panose="02010600030101010101" charset="-122"/>
                        <a:cs typeface="Times New Roman" panose="02020603050405020304" pitchFamily="18" charset="0"/>
                      </a:endParaRPr>
                    </a:p>
                  </a:txBody>
                  <a:tcPr marL="60486" marR="60486" marT="0" marB="0"/>
                </a:tc>
              </a:tr>
              <a:tr h="361851">
                <a:tc>
                  <a:txBody>
                    <a:bodyPr/>
                    <a:lstStyle/>
                    <a:p>
                      <a:pPr>
                        <a:lnSpc>
                          <a:spcPct val="115000"/>
                        </a:lnSpc>
                        <a:spcAft>
                          <a:spcPts val="800"/>
                        </a:spcAft>
                      </a:pPr>
                      <a:r>
                        <a:rPr lang="en-US" sz="2000" kern="100">
                          <a:effectLst/>
                        </a:rPr>
                        <a:t>Longest common subsequence (LCS)</a:t>
                      </a:r>
                      <a:endParaRPr lang="en-US" sz="2000" kern="100">
                        <a:effectLst/>
                        <a:latin typeface="Aptos" panose="020B0004020202020204" pitchFamily="34" charset="0"/>
                        <a:ea typeface="等线" panose="02010600030101010101" charset="-122"/>
                        <a:cs typeface="Times New Roman" panose="02020603050405020304" pitchFamily="18" charset="0"/>
                      </a:endParaRPr>
                    </a:p>
                  </a:txBody>
                  <a:tcPr marL="60486" marR="60486" marT="0" marB="0"/>
                </a:tc>
                <a:tc>
                  <a:txBody>
                    <a:bodyPr/>
                    <a:lstStyle/>
                    <a:p>
                      <a:pPr>
                        <a:lnSpc>
                          <a:spcPct val="115000"/>
                        </a:lnSpc>
                        <a:spcAft>
                          <a:spcPts val="800"/>
                        </a:spcAft>
                      </a:pPr>
                      <a:r>
                        <a:rPr lang="en-US" sz="2000" kern="100">
                          <a:effectLst/>
                        </a:rPr>
                        <a:t>Finds the longest subsequence between two strings, subsequences need not be consecutive</a:t>
                      </a:r>
                      <a:endParaRPr lang="en-US" sz="2000" kern="100">
                        <a:effectLst/>
                        <a:latin typeface="Aptos" panose="020B0004020202020204" pitchFamily="34" charset="0"/>
                        <a:ea typeface="等线" panose="02010600030101010101" charset="-122"/>
                        <a:cs typeface="Times New Roman" panose="02020603050405020304" pitchFamily="18" charset="0"/>
                      </a:endParaRPr>
                    </a:p>
                  </a:txBody>
                  <a:tcPr marL="60486" marR="60486" marT="0" marB="0"/>
                </a:tc>
              </a:tr>
              <a:tr h="176361">
                <a:tc>
                  <a:txBody>
                    <a:bodyPr/>
                    <a:lstStyle/>
                    <a:p>
                      <a:pPr>
                        <a:lnSpc>
                          <a:spcPct val="115000"/>
                        </a:lnSpc>
                        <a:spcAft>
                          <a:spcPts val="800"/>
                        </a:spcAft>
                      </a:pPr>
                      <a:r>
                        <a:rPr lang="en-US" sz="2000" kern="100" dirty="0">
                          <a:effectLst/>
                        </a:rPr>
                        <a:t>Cosine similarity</a:t>
                      </a:r>
                      <a:endParaRPr lang="en-US" sz="2000" kern="100" dirty="0">
                        <a:effectLst/>
                        <a:latin typeface="Aptos" panose="020B0004020202020204" pitchFamily="34" charset="0"/>
                        <a:ea typeface="等线" panose="02010600030101010101" charset="-122"/>
                        <a:cs typeface="Times New Roman" panose="02020603050405020304" pitchFamily="18" charset="0"/>
                      </a:endParaRPr>
                    </a:p>
                  </a:txBody>
                  <a:tcPr marL="60486" marR="60486" marT="0" marB="0"/>
                </a:tc>
                <a:tc>
                  <a:txBody>
                    <a:bodyPr/>
                    <a:lstStyle/>
                    <a:p>
                      <a:pPr>
                        <a:lnSpc>
                          <a:spcPct val="115000"/>
                        </a:lnSpc>
                        <a:spcAft>
                          <a:spcPts val="800"/>
                        </a:spcAft>
                      </a:pPr>
                      <a:r>
                        <a:rPr lang="en-US" sz="2000" kern="100">
                          <a:effectLst/>
                        </a:rPr>
                        <a:t>Calculates the cosine of the angle between two vectors</a:t>
                      </a:r>
                      <a:endParaRPr lang="en-US" sz="2000" kern="100">
                        <a:effectLst/>
                        <a:latin typeface="Aptos" panose="020B0004020202020204" pitchFamily="34" charset="0"/>
                        <a:ea typeface="等线" panose="02010600030101010101" charset="-122"/>
                        <a:cs typeface="Times New Roman" panose="02020603050405020304" pitchFamily="18" charset="0"/>
                      </a:endParaRPr>
                    </a:p>
                  </a:txBody>
                  <a:tcPr marL="60486" marR="60486" marT="0" marB="0"/>
                </a:tc>
              </a:tr>
              <a:tr h="361851">
                <a:tc>
                  <a:txBody>
                    <a:bodyPr/>
                    <a:lstStyle/>
                    <a:p>
                      <a:pPr>
                        <a:lnSpc>
                          <a:spcPct val="115000"/>
                        </a:lnSpc>
                        <a:spcAft>
                          <a:spcPts val="800"/>
                        </a:spcAft>
                      </a:pPr>
                      <a:r>
                        <a:rPr lang="en-US" sz="2000" kern="100">
                          <a:effectLst/>
                        </a:rPr>
                        <a:t>Jaro Winkler</a:t>
                      </a:r>
                      <a:endParaRPr lang="en-US" sz="2000" kern="100">
                        <a:effectLst/>
                        <a:latin typeface="Aptos" panose="020B0004020202020204" pitchFamily="34" charset="0"/>
                        <a:ea typeface="等线" panose="02010600030101010101" charset="-122"/>
                        <a:cs typeface="Times New Roman" panose="02020603050405020304" pitchFamily="18" charset="0"/>
                      </a:endParaRPr>
                    </a:p>
                  </a:txBody>
                  <a:tcPr marL="60486" marR="60486" marT="0" marB="0"/>
                </a:tc>
                <a:tc>
                  <a:txBody>
                    <a:bodyPr/>
                    <a:lstStyle/>
                    <a:p>
                      <a:pPr>
                        <a:lnSpc>
                          <a:spcPct val="115000"/>
                        </a:lnSpc>
                        <a:spcAft>
                          <a:spcPts val="800"/>
                        </a:spcAft>
                      </a:pPr>
                      <a:r>
                        <a:rPr lang="en-US" sz="2000" kern="100">
                          <a:effectLst/>
                        </a:rPr>
                        <a:t>Counts the minimum number of steps to transform one string into another</a:t>
                      </a:r>
                      <a:endParaRPr lang="en-US" sz="2000" kern="100">
                        <a:effectLst/>
                        <a:latin typeface="Aptos" panose="020B0004020202020204" pitchFamily="34" charset="0"/>
                        <a:ea typeface="等线" panose="02010600030101010101" charset="-122"/>
                        <a:cs typeface="Times New Roman" panose="02020603050405020304" pitchFamily="18" charset="0"/>
                      </a:endParaRPr>
                    </a:p>
                  </a:txBody>
                  <a:tcPr marL="60486" marR="60486" marT="0" marB="0"/>
                </a:tc>
              </a:tr>
              <a:tr h="361851">
                <a:tc>
                  <a:txBody>
                    <a:bodyPr/>
                    <a:lstStyle/>
                    <a:p>
                      <a:pPr>
                        <a:lnSpc>
                          <a:spcPct val="115000"/>
                        </a:lnSpc>
                        <a:spcAft>
                          <a:spcPts val="800"/>
                        </a:spcAft>
                      </a:pPr>
                      <a:r>
                        <a:rPr lang="en-US" sz="2000" kern="100" dirty="0">
                          <a:effectLst/>
                        </a:rPr>
                        <a:t>Hamming</a:t>
                      </a:r>
                      <a:endParaRPr lang="en-US" sz="2000" kern="100" dirty="0">
                        <a:effectLst/>
                        <a:latin typeface="Aptos" panose="020B0004020202020204" pitchFamily="34" charset="0"/>
                        <a:ea typeface="等线" panose="02010600030101010101" charset="-122"/>
                        <a:cs typeface="Times New Roman" panose="02020603050405020304" pitchFamily="18" charset="0"/>
                      </a:endParaRPr>
                    </a:p>
                  </a:txBody>
                  <a:tcPr marL="60486" marR="60486" marT="0" marB="0"/>
                </a:tc>
                <a:tc>
                  <a:txBody>
                    <a:bodyPr/>
                    <a:lstStyle/>
                    <a:p>
                      <a:pPr>
                        <a:lnSpc>
                          <a:spcPct val="115000"/>
                        </a:lnSpc>
                        <a:spcAft>
                          <a:spcPts val="800"/>
                        </a:spcAft>
                      </a:pPr>
                      <a:r>
                        <a:rPr lang="en-US" sz="2000" kern="100" dirty="0">
                          <a:effectLst/>
                        </a:rPr>
                        <a:t>Measures the minimum number of substitutions required to transform one string to another</a:t>
                      </a:r>
                      <a:endParaRPr lang="en-US" sz="2000" kern="100" dirty="0">
                        <a:effectLst/>
                        <a:latin typeface="Aptos" panose="020B0004020202020204" pitchFamily="34" charset="0"/>
                        <a:ea typeface="等线" panose="02010600030101010101" charset="-122"/>
                        <a:cs typeface="Times New Roman" panose="02020603050405020304" pitchFamily="18" charset="0"/>
                      </a:endParaRPr>
                    </a:p>
                  </a:txBody>
                  <a:tcPr marL="60486" marR="60486" marT="0" marB="0"/>
                </a:tc>
              </a:tr>
              <a:tr h="361851">
                <a:tc>
                  <a:txBody>
                    <a:bodyPr/>
                    <a:lstStyle/>
                    <a:p>
                      <a:pPr>
                        <a:lnSpc>
                          <a:spcPct val="115000"/>
                        </a:lnSpc>
                        <a:spcAft>
                          <a:spcPts val="800"/>
                        </a:spcAft>
                      </a:pPr>
                      <a:r>
                        <a:rPr lang="en-US" sz="2000" kern="100">
                          <a:effectLst/>
                        </a:rPr>
                        <a:t>Jaccard</a:t>
                      </a:r>
                      <a:endParaRPr lang="en-US" sz="2000" kern="100">
                        <a:effectLst/>
                        <a:latin typeface="Aptos" panose="020B0004020202020204" pitchFamily="34" charset="0"/>
                        <a:ea typeface="等线" panose="02010600030101010101" charset="-122"/>
                        <a:cs typeface="Times New Roman" panose="02020603050405020304" pitchFamily="18" charset="0"/>
                      </a:endParaRPr>
                    </a:p>
                  </a:txBody>
                  <a:tcPr marL="60486" marR="60486" marT="0" marB="0"/>
                </a:tc>
                <a:tc>
                  <a:txBody>
                    <a:bodyPr/>
                    <a:lstStyle/>
                    <a:p>
                      <a:pPr>
                        <a:lnSpc>
                          <a:spcPct val="115000"/>
                        </a:lnSpc>
                        <a:spcAft>
                          <a:spcPts val="800"/>
                        </a:spcAft>
                      </a:pPr>
                      <a:r>
                        <a:rPr lang="en-US" sz="2000" kern="100">
                          <a:effectLst/>
                        </a:rPr>
                        <a:t>Calculates similarity by dividing the intersection of two strings by the union of those strings</a:t>
                      </a:r>
                      <a:endParaRPr lang="en-US" sz="2000" kern="100">
                        <a:effectLst/>
                        <a:latin typeface="Aptos" panose="020B0004020202020204" pitchFamily="34" charset="0"/>
                        <a:ea typeface="等线" panose="02010600030101010101" charset="-122"/>
                        <a:cs typeface="Times New Roman" panose="02020603050405020304" pitchFamily="18" charset="0"/>
                      </a:endParaRPr>
                    </a:p>
                  </a:txBody>
                  <a:tcPr marL="60486" marR="60486" marT="0" marB="0"/>
                </a:tc>
              </a:tr>
              <a:tr h="547340">
                <a:tc>
                  <a:txBody>
                    <a:bodyPr/>
                    <a:lstStyle/>
                    <a:p>
                      <a:pPr>
                        <a:lnSpc>
                          <a:spcPct val="115000"/>
                        </a:lnSpc>
                        <a:spcAft>
                          <a:spcPts val="800"/>
                        </a:spcAft>
                      </a:pPr>
                      <a:r>
                        <a:rPr lang="en-US" sz="2000" kern="100">
                          <a:effectLst/>
                        </a:rPr>
                        <a:t>Levenshtein</a:t>
                      </a:r>
                      <a:endParaRPr lang="en-US" sz="2000" kern="100">
                        <a:effectLst/>
                        <a:latin typeface="Aptos" panose="020B0004020202020204" pitchFamily="34" charset="0"/>
                        <a:ea typeface="等线" panose="02010600030101010101" charset="-122"/>
                        <a:cs typeface="Times New Roman" panose="02020603050405020304" pitchFamily="18" charset="0"/>
                      </a:endParaRPr>
                    </a:p>
                  </a:txBody>
                  <a:tcPr marL="60486" marR="60486" marT="0" marB="0"/>
                </a:tc>
                <a:tc>
                  <a:txBody>
                    <a:bodyPr/>
                    <a:lstStyle/>
                    <a:p>
                      <a:pPr>
                        <a:lnSpc>
                          <a:spcPct val="115000"/>
                        </a:lnSpc>
                        <a:spcAft>
                          <a:spcPts val="800"/>
                        </a:spcAft>
                      </a:pPr>
                      <a:r>
                        <a:rPr lang="en-US" sz="2000" kern="100" dirty="0">
                          <a:effectLst/>
                        </a:rPr>
                        <a:t>Calculates similarity by determining the minimum number of single character edits required to transform one string to another</a:t>
                      </a:r>
                      <a:endParaRPr lang="en-US" sz="2000" kern="100" dirty="0">
                        <a:effectLst/>
                        <a:latin typeface="Aptos" panose="020B0004020202020204" pitchFamily="34" charset="0"/>
                        <a:ea typeface="等线" panose="02010600030101010101" charset="-122"/>
                        <a:cs typeface="Times New Roman" panose="02020603050405020304" pitchFamily="18" charset="0"/>
                      </a:endParaRPr>
                    </a:p>
                  </a:txBody>
                  <a:tcPr marL="60486" marR="60486" marT="0" marB="0"/>
                </a:tc>
              </a:tr>
            </a:tbl>
          </a:graphicData>
        </a:graphic>
      </p:graphicFrame>
      <p:sp>
        <p:nvSpPr>
          <p:cNvPr id="4" name="Slide Number Placeholder 3"/>
          <p:cNvSpPr>
            <a:spLocks noGrp="1"/>
          </p:cNvSpPr>
          <p:nvPr>
            <p:ph type="sldNum" sz="quarter" idx="12"/>
          </p:nvPr>
        </p:nvSpPr>
        <p:spPr>
          <a:xfrm>
            <a:off x="8610600" y="6356350"/>
            <a:ext cx="2743200" cy="365125"/>
          </a:xfrm>
        </p:spPr>
        <p:txBody>
          <a:bodyPr/>
          <a:lstStyle/>
          <a:p>
            <a:fld id="{7F8CBF50-853B-304C-BCA2-DB5146F0D4EA}" type="slidenum">
              <a:rPr lang="en-US" smtClean="0"/>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p:spPr>
        <p:txBody>
          <a:bodyPr/>
          <a:lstStyle/>
          <a:p>
            <a:r>
              <a:rPr lang="en-US" dirty="0"/>
              <a:t>Machine Translation Evaluation Metrics</a:t>
            </a:r>
            <a:endParaRPr lang="en-US" dirty="0"/>
          </a:p>
        </p:txBody>
      </p:sp>
      <p:graphicFrame>
        <p:nvGraphicFramePr>
          <p:cNvPr id="5" name="Content Placeholder 4"/>
          <p:cNvGraphicFramePr>
            <a:graphicFrameLocks noGrp="1"/>
          </p:cNvGraphicFramePr>
          <p:nvPr>
            <p:ph idx="1"/>
          </p:nvPr>
        </p:nvGraphicFramePr>
        <p:xfrm>
          <a:off x="838201" y="1825625"/>
          <a:ext cx="10515600" cy="4119628"/>
        </p:xfrm>
        <a:graphic>
          <a:graphicData uri="http://schemas.openxmlformats.org/drawingml/2006/table">
            <a:tbl>
              <a:tblPr firstRow="1" bandRow="1">
                <a:tableStyleId>{5C22544A-7EE6-4342-B048-85BDC9FD1C3A}</a:tableStyleId>
              </a:tblPr>
              <a:tblGrid>
                <a:gridCol w="2109394"/>
                <a:gridCol w="8406206"/>
              </a:tblGrid>
              <a:tr h="176361">
                <a:tc>
                  <a:txBody>
                    <a:bodyPr/>
                    <a:lstStyle/>
                    <a:p>
                      <a:pPr>
                        <a:lnSpc>
                          <a:spcPct val="115000"/>
                        </a:lnSpc>
                        <a:spcAft>
                          <a:spcPts val="800"/>
                        </a:spcAft>
                      </a:pPr>
                      <a:r>
                        <a:rPr lang="en-US" sz="2400" kern="100">
                          <a:effectLst/>
                        </a:rPr>
                        <a:t>Algorithm</a:t>
                      </a:r>
                      <a:endParaRPr lang="en-US" sz="2400" kern="100">
                        <a:effectLst/>
                        <a:latin typeface="Aptos" panose="020B0004020202020204" pitchFamily="34" charset="0"/>
                        <a:ea typeface="等线" panose="02010600030101010101" charset="-122"/>
                        <a:cs typeface="Times New Roman" panose="02020603050405020304" pitchFamily="18" charset="0"/>
                      </a:endParaRPr>
                    </a:p>
                  </a:txBody>
                  <a:tcPr marL="60486" marR="60486" marT="0" marB="0"/>
                </a:tc>
                <a:tc>
                  <a:txBody>
                    <a:bodyPr/>
                    <a:lstStyle/>
                    <a:p>
                      <a:pPr>
                        <a:lnSpc>
                          <a:spcPct val="115000"/>
                        </a:lnSpc>
                        <a:spcAft>
                          <a:spcPts val="800"/>
                        </a:spcAft>
                      </a:pPr>
                      <a:r>
                        <a:rPr lang="en-US" sz="2400" kern="100" dirty="0">
                          <a:effectLst/>
                        </a:rPr>
                        <a:t>Description</a:t>
                      </a:r>
                      <a:endParaRPr lang="en-US" sz="2400" kern="100" dirty="0">
                        <a:effectLst/>
                        <a:latin typeface="Aptos" panose="020B0004020202020204" pitchFamily="34" charset="0"/>
                        <a:ea typeface="等线" panose="02010600030101010101" charset="-122"/>
                        <a:cs typeface="Times New Roman" panose="02020603050405020304" pitchFamily="18" charset="0"/>
                      </a:endParaRPr>
                    </a:p>
                  </a:txBody>
                  <a:tcPr marL="60486" marR="60486" marT="0" marB="0"/>
                </a:tc>
              </a:tr>
              <a:tr h="547340">
                <a:tc>
                  <a:txBody>
                    <a:bodyPr/>
                    <a:lstStyle/>
                    <a:p>
                      <a:pPr>
                        <a:lnSpc>
                          <a:spcPct val="115000"/>
                        </a:lnSpc>
                        <a:spcAft>
                          <a:spcPts val="800"/>
                        </a:spcAft>
                      </a:pPr>
                      <a:r>
                        <a:rPr lang="en-US" sz="2400" kern="100" dirty="0">
                          <a:effectLst/>
                        </a:rPr>
                        <a:t>BLEU</a:t>
                      </a:r>
                      <a:endParaRPr lang="en-US" sz="2400" kern="100" dirty="0">
                        <a:effectLst/>
                        <a:latin typeface="Aptos" panose="020B0004020202020204" pitchFamily="34" charset="0"/>
                        <a:ea typeface="等线" panose="02010600030101010101" charset="-122"/>
                        <a:cs typeface="Times New Roman" panose="02020603050405020304" pitchFamily="18" charset="0"/>
                      </a:endParaRPr>
                    </a:p>
                  </a:txBody>
                  <a:tcPr marL="60486" marR="60486" marT="0" marB="0"/>
                </a:tc>
                <a:tc>
                  <a:txBody>
                    <a:bodyPr/>
                    <a:lstStyle/>
                    <a:p>
                      <a:pPr>
                        <a:lnSpc>
                          <a:spcPct val="115000"/>
                        </a:lnSpc>
                        <a:spcAft>
                          <a:spcPts val="800"/>
                        </a:spcAft>
                      </a:pPr>
                      <a:r>
                        <a:rPr lang="en-US" sz="2400" kern="100" dirty="0">
                          <a:effectLst/>
                        </a:rPr>
                        <a:t>Evaluates the quality of text from machine translation by calculating the overlap of n-grams between a machine translation and a human quality translation</a:t>
                      </a:r>
                      <a:endParaRPr lang="en-US" sz="2400" kern="100" dirty="0">
                        <a:effectLst/>
                        <a:latin typeface="Aptos" panose="020B0004020202020204" pitchFamily="34" charset="0"/>
                        <a:ea typeface="等线" panose="02010600030101010101" charset="-122"/>
                        <a:cs typeface="Times New Roman" panose="02020603050405020304" pitchFamily="18" charset="0"/>
                      </a:endParaRPr>
                    </a:p>
                  </a:txBody>
                  <a:tcPr marL="60486" marR="60486" marT="0" marB="0"/>
                </a:tc>
              </a:tr>
              <a:tr h="547340">
                <a:tc>
                  <a:txBody>
                    <a:bodyPr/>
                    <a:lstStyle/>
                    <a:p>
                      <a:pPr>
                        <a:lnSpc>
                          <a:spcPct val="115000"/>
                        </a:lnSpc>
                        <a:spcAft>
                          <a:spcPts val="800"/>
                        </a:spcAft>
                      </a:pPr>
                      <a:r>
                        <a:rPr lang="en-US" sz="2400" kern="100">
                          <a:effectLst/>
                        </a:rPr>
                        <a:t>ROUGE</a:t>
                      </a:r>
                      <a:endParaRPr lang="en-US" sz="2400" kern="100">
                        <a:effectLst/>
                        <a:latin typeface="Aptos" panose="020B0004020202020204" pitchFamily="34" charset="0"/>
                        <a:ea typeface="等线" panose="02010600030101010101" charset="-122"/>
                        <a:cs typeface="Times New Roman" panose="02020603050405020304" pitchFamily="18" charset="0"/>
                      </a:endParaRPr>
                    </a:p>
                  </a:txBody>
                  <a:tcPr marL="60486" marR="60486" marT="0" marB="0"/>
                </a:tc>
                <a:tc>
                  <a:txBody>
                    <a:bodyPr/>
                    <a:lstStyle/>
                    <a:p>
                      <a:pPr>
                        <a:lnSpc>
                          <a:spcPct val="115000"/>
                        </a:lnSpc>
                        <a:spcAft>
                          <a:spcPts val="800"/>
                        </a:spcAft>
                      </a:pPr>
                      <a:r>
                        <a:rPr lang="en-US" sz="2400" kern="100">
                          <a:effectLst/>
                        </a:rPr>
                        <a:t>Compares a machine translation to a human created translation using the overlap of n-grams, skip-bigrams, or longest common subsequence</a:t>
                      </a:r>
                      <a:endParaRPr lang="en-US" sz="2400" kern="100">
                        <a:effectLst/>
                        <a:latin typeface="Aptos" panose="020B0004020202020204" pitchFamily="34" charset="0"/>
                        <a:ea typeface="等线" panose="02010600030101010101" charset="-122"/>
                        <a:cs typeface="Times New Roman" panose="02020603050405020304" pitchFamily="18" charset="0"/>
                      </a:endParaRPr>
                    </a:p>
                  </a:txBody>
                  <a:tcPr marL="60486" marR="60486" marT="0" marB="0"/>
                </a:tc>
              </a:tr>
              <a:tr h="547340">
                <a:tc>
                  <a:txBody>
                    <a:bodyPr/>
                    <a:lstStyle/>
                    <a:p>
                      <a:pPr>
                        <a:lnSpc>
                          <a:spcPct val="115000"/>
                        </a:lnSpc>
                        <a:spcAft>
                          <a:spcPts val="800"/>
                        </a:spcAft>
                      </a:pPr>
                      <a:r>
                        <a:rPr lang="en-US" sz="2400" kern="100">
                          <a:effectLst/>
                        </a:rPr>
                        <a:t>METEOR</a:t>
                      </a:r>
                      <a:endParaRPr lang="en-US" sz="2400" kern="100">
                        <a:effectLst/>
                        <a:latin typeface="Aptos" panose="020B0004020202020204" pitchFamily="34" charset="0"/>
                        <a:ea typeface="等线" panose="02010600030101010101" charset="-122"/>
                        <a:cs typeface="Times New Roman" panose="02020603050405020304" pitchFamily="18" charset="0"/>
                      </a:endParaRPr>
                    </a:p>
                  </a:txBody>
                  <a:tcPr marL="60486" marR="60486" marT="0" marB="0"/>
                </a:tc>
                <a:tc>
                  <a:txBody>
                    <a:bodyPr/>
                    <a:lstStyle/>
                    <a:p>
                      <a:pPr>
                        <a:lnSpc>
                          <a:spcPct val="115000"/>
                        </a:lnSpc>
                        <a:spcAft>
                          <a:spcPts val="800"/>
                        </a:spcAft>
                      </a:pPr>
                      <a:r>
                        <a:rPr lang="en-US" sz="2400" kern="100" dirty="0">
                          <a:effectLst/>
                        </a:rPr>
                        <a:t>Evaluates the quality of text from machine translation by looking at exact matches, matches after stemming, synonyms, paraphrasing, and alignment</a:t>
                      </a:r>
                      <a:endParaRPr lang="en-US" sz="2400" kern="100" dirty="0">
                        <a:effectLst/>
                        <a:latin typeface="Aptos" panose="020B0004020202020204" pitchFamily="34" charset="0"/>
                        <a:ea typeface="等线" panose="02010600030101010101" charset="-122"/>
                        <a:cs typeface="Times New Roman" panose="02020603050405020304" pitchFamily="18" charset="0"/>
                      </a:endParaRPr>
                    </a:p>
                  </a:txBody>
                  <a:tcPr marL="60486" marR="60486" marT="0" marB="0"/>
                </a:tc>
              </a:tr>
            </a:tbl>
          </a:graphicData>
        </a:graphic>
      </p:graphicFrame>
      <p:sp>
        <p:nvSpPr>
          <p:cNvPr id="4" name="Slide Number Placeholder 3"/>
          <p:cNvSpPr>
            <a:spLocks noGrp="1"/>
          </p:cNvSpPr>
          <p:nvPr>
            <p:ph type="sldNum" sz="quarter" idx="12"/>
          </p:nvPr>
        </p:nvSpPr>
        <p:spPr>
          <a:xfrm>
            <a:off x="8610600" y="6356350"/>
            <a:ext cx="2743200" cy="365125"/>
          </a:xfrm>
        </p:spPr>
        <p:txBody>
          <a:bodyPr/>
          <a:lstStyle/>
          <a:p>
            <a:fld id="{7F8CBF50-853B-304C-BCA2-DB5146F0D4EA}" type="slidenum">
              <a:rPr lang="en-US" smtClean="0"/>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dirty="0"/>
              <a:t>Freelancing Service Text</a:t>
            </a:r>
            <a:br>
              <a:rPr lang="en-US" dirty="0"/>
            </a:br>
            <a:r>
              <a:rPr lang="en-US" dirty="0"/>
              <a:t>Multi-label Classification</a:t>
            </a:r>
            <a:endParaRPr lang="en-US" dirty="0"/>
          </a:p>
        </p:txBody>
      </p:sp>
      <p:sp>
        <p:nvSpPr>
          <p:cNvPr id="6" name="Text Placeholder 5"/>
          <p:cNvSpPr>
            <a:spLocks noGrp="1"/>
          </p:cNvSpPr>
          <p:nvPr>
            <p:ph type="body" idx="1"/>
          </p:nvPr>
        </p:nvSpPr>
        <p:spPr/>
        <p:txBody>
          <a:bodyPr/>
          <a:lstStyle/>
          <a:p>
            <a:r>
              <a:rPr lang="en-US" dirty="0"/>
              <a:t>Case Study</a:t>
            </a:r>
            <a:endParaRPr lang="en-US" dirty="0"/>
          </a:p>
        </p:txBody>
      </p:sp>
      <p:sp>
        <p:nvSpPr>
          <p:cNvPr id="4" name="Slide Number Placeholder 3"/>
          <p:cNvSpPr>
            <a:spLocks noGrp="1"/>
          </p:cNvSpPr>
          <p:nvPr>
            <p:ph type="sldNum" sz="quarter" idx="12"/>
          </p:nvPr>
        </p:nvSpPr>
        <p:spPr/>
        <p:txBody>
          <a:bodyPr/>
          <a:lstStyle/>
          <a:p>
            <a:fld id="{7F8CBF50-853B-304C-BCA2-DB5146F0D4EA}" type="slidenum">
              <a:rPr lang="en-US" smtClean="0"/>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The Impact of ChatGPT</a:t>
            </a:r>
            <a:endParaRPr lang="en-US" dirty="0"/>
          </a:p>
        </p:txBody>
      </p:sp>
      <p:pic>
        <p:nvPicPr>
          <p:cNvPr id="9" name="Content Placeholder 8" descr="A close-up of a flower&#10;&#10;Description automatically generated"/>
          <p:cNvPicPr>
            <a:picLocks noGrp="1" noChangeAspect="1"/>
          </p:cNvPicPr>
          <p:nvPr>
            <p:ph idx="1"/>
          </p:nvPr>
        </p:nvPicPr>
        <p:blipFill>
          <a:blip r:embed="rId1">
            <a:extLst>
              <a:ext uri="{28A0092B-C50C-407E-A947-70E740481C1C}">
                <a14:useLocalDpi xmlns:a14="http://schemas.microsoft.com/office/drawing/2010/main" val="0"/>
              </a:ext>
            </a:extLst>
          </a:blip>
          <a:stretch>
            <a:fillRect/>
          </a:stretch>
        </p:blipFill>
        <p:spPr>
          <a:xfrm>
            <a:off x="8179411" y="319088"/>
            <a:ext cx="3447737" cy="4530725"/>
          </a:xfrm>
          <a:prstGeom prst="rect">
            <a:avLst/>
          </a:prstGeom>
          <a:solidFill>
            <a:srgbClr val="FFFFFF">
              <a:shade val="85000"/>
            </a:srgbClr>
          </a:solidFill>
          <a:ln w="88900" cap="sq">
            <a:solidFill>
              <a:srgbClr val="FFFFFF"/>
            </a:solidFill>
            <a:miter lim="800000"/>
            <a:headEnd/>
            <a:tailEnd/>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
        <p:nvSpPr>
          <p:cNvPr id="4" name="Slide Number Placeholder 3"/>
          <p:cNvSpPr>
            <a:spLocks noGrp="1"/>
          </p:cNvSpPr>
          <p:nvPr>
            <p:ph type="sldNum" sz="quarter" idx="12"/>
          </p:nvPr>
        </p:nvSpPr>
        <p:spPr/>
        <p:txBody>
          <a:bodyPr/>
          <a:lstStyle/>
          <a:p>
            <a:fld id="{C0722274-0FAA-4649-AA4E-4210F4F32167}" type="slidenum">
              <a:rPr lang="en-US" smtClean="0"/>
            </a:fld>
            <a:endParaRPr lang="en-US"/>
          </a:p>
        </p:txBody>
      </p:sp>
      <p:pic>
        <p:nvPicPr>
          <p:cNvPr id="13" name="Picture 12" descr="A newspaper with a person in the middle&#10;&#10;Description automatically generated"/>
          <p:cNvPicPr>
            <a:picLocks noChangeAspect="1"/>
          </p:cNvPicPr>
          <p:nvPr/>
        </p:nvPicPr>
        <p:blipFill rotWithShape="1">
          <a:blip r:embed="rId2">
            <a:extLst>
              <a:ext uri="{28A0092B-C50C-407E-A947-70E740481C1C}">
                <a14:useLocalDpi xmlns:a14="http://schemas.microsoft.com/office/drawing/2010/main" val="0"/>
              </a:ext>
            </a:extLst>
          </a:blip>
          <a:srcRect l="1" t="10205" r="3578" b="7806"/>
          <a:stretch>
            <a:fillRect/>
          </a:stretch>
        </p:blipFill>
        <p:spPr>
          <a:xfrm>
            <a:off x="7437308" y="1435035"/>
            <a:ext cx="4167428" cy="4524863"/>
          </a:xfrm>
          <a:prstGeom prst="rect">
            <a:avLst/>
          </a:prstGeom>
          <a:solidFill>
            <a:srgbClr val="FFFFFF">
              <a:shade val="85000"/>
            </a:srgbClr>
          </a:solidFill>
          <a:ln w="88900" cap="sq">
            <a:solidFill>
              <a:srgbClr val="FFFFFF"/>
            </a:solidFill>
            <a:miter lim="800000"/>
            <a:headEnd/>
            <a:tailEnd/>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pic>
        <p:nvPicPr>
          <p:cNvPr id="11" name="Picture 10" descr="A newspaper with a couple of heads&#10;&#10;Description automatically generated"/>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429324" y="2008186"/>
            <a:ext cx="3260371" cy="4530726"/>
          </a:xfrm>
          <a:prstGeom prst="rect">
            <a:avLst/>
          </a:prstGeom>
          <a:solidFill>
            <a:srgbClr val="FFFFFF">
              <a:shade val="85000"/>
            </a:srgbClr>
          </a:solidFill>
          <a:ln w="88900" cap="sq">
            <a:solidFill>
              <a:srgbClr val="FFFFFF"/>
            </a:solidFill>
            <a:miter lim="800000"/>
            <a:headEnd/>
            <a:tailEnd/>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pic>
        <p:nvPicPr>
          <p:cNvPr id="15" name="Picture 14" descr="A computer screen shot of a person"/>
          <p:cNvPicPr>
            <a:picLocks noChangeAspect="1"/>
          </p:cNvPicPr>
          <p:nvPr/>
        </p:nvPicPr>
        <p:blipFill rotWithShape="1">
          <a:blip r:embed="rId4">
            <a:extLst>
              <a:ext uri="{28A0092B-C50C-407E-A947-70E740481C1C}">
                <a14:useLocalDpi xmlns:a14="http://schemas.microsoft.com/office/drawing/2010/main" val="0"/>
              </a:ext>
            </a:extLst>
          </a:blip>
          <a:srcRect l="49126" t="12205" r="3924" b="17198"/>
          <a:stretch>
            <a:fillRect/>
          </a:stretch>
        </p:blipFill>
        <p:spPr>
          <a:xfrm>
            <a:off x="8050240" y="3223476"/>
            <a:ext cx="3477589" cy="2827704"/>
          </a:xfrm>
          <a:prstGeom prst="rect">
            <a:avLst/>
          </a:prstGeom>
          <a:solidFill>
            <a:srgbClr val="FFFFFF">
              <a:shade val="85000"/>
            </a:srgbClr>
          </a:solidFill>
          <a:ln w="88900" cap="sq">
            <a:solidFill>
              <a:srgbClr val="FFFFFF"/>
            </a:solidFill>
            <a:miter lim="800000"/>
            <a:headEnd/>
            <a:tailEnd/>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
        <p:nvSpPr>
          <p:cNvPr id="16" name="Content Placeholder 2"/>
          <p:cNvSpPr txBox="1"/>
          <p:nvPr/>
        </p:nvSpPr>
        <p:spPr>
          <a:xfrm>
            <a:off x="1222898" y="4769453"/>
            <a:ext cx="3375099" cy="1190445"/>
          </a:xfrm>
          <a:prstGeom prst="rect">
            <a:avLst/>
          </a:prstGeom>
        </p:spPr>
        <p:txBody>
          <a:bodyPr vert="horz" lIns="91440" tIns="45720" rIns="91440" bIns="45720" rtlCol="0" anchor="ct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ts val="0"/>
              </a:spcBef>
              <a:buFont typeface="Arial" panose="020B0604020202020204" pitchFamily="34" charset="0"/>
              <a:buNone/>
            </a:pPr>
            <a:r>
              <a:rPr lang="en-US" sz="2400" dirty="0"/>
              <a:t>OpenAI released ChatGPT </a:t>
            </a:r>
            <a:endParaRPr lang="en-US" sz="2400" dirty="0"/>
          </a:p>
          <a:p>
            <a:pPr marL="0" indent="0" algn="ctr">
              <a:lnSpc>
                <a:spcPct val="100000"/>
              </a:lnSpc>
              <a:spcBef>
                <a:spcPts val="0"/>
              </a:spcBef>
              <a:buFont typeface="Arial" panose="020B0604020202020204" pitchFamily="34" charset="0"/>
              <a:buNone/>
            </a:pPr>
            <a:r>
              <a:rPr lang="en-US" sz="2400" dirty="0"/>
              <a:t>on Nov 30, 2022.</a:t>
            </a:r>
            <a:endParaRPr lang="en-US" sz="2400" dirty="0"/>
          </a:p>
        </p:txBody>
      </p:sp>
      <p:pic>
        <p:nvPicPr>
          <p:cNvPr id="17" name="Picture 2" descr="A white logo on a blue background&#10;&#10;Description automatically generated with low confidence"/>
          <p:cNvPicPr>
            <a:picLocks noChangeAspect="1" noChangeArrowheads="1"/>
          </p:cNvPicPr>
          <p:nvPr/>
        </p:nvPicPr>
        <p:blipFill rotWithShape="1">
          <a:blip r:embed="rId5">
            <a:extLst>
              <a:ext uri="{28A0092B-C50C-407E-A947-70E740481C1C}">
                <a14:useLocalDpi xmlns:a14="http://schemas.microsoft.com/office/drawing/2010/main" val="0"/>
              </a:ext>
            </a:extLst>
          </a:blip>
          <a:srcRect r="3" b="3"/>
          <a:stretch>
            <a:fillRect/>
          </a:stretch>
        </p:blipFill>
        <p:spPr bwMode="auto">
          <a:xfrm>
            <a:off x="1420006" y="2064774"/>
            <a:ext cx="2909978" cy="2909978"/>
          </a:xfrm>
          <a:prstGeom prst="rect">
            <a:avLst/>
          </a:prstGeom>
          <a:noFill/>
          <a:effectLst/>
          <a:extLst>
            <a:ext uri="{909E8E84-426E-40DD-AFC4-6F175D3DCCD1}">
              <a14:hiddenFill xmlns:a14="http://schemas.microsoft.com/office/drawing/2010/main">
                <a:solidFill>
                  <a:srgbClr val="FFFFFF"/>
                </a:solidFill>
              </a14:hiddenFill>
            </a:ext>
          </a:extLst>
        </p:spPr>
      </p:pic>
    </p:spTree>
    <p:custDataLst>
      <p:tags r:id="rId6"/>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2" fill="hold"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additive="base">
                                        <p:cTn id="7" dur="500" fill="hold"/>
                                        <p:tgtEl>
                                          <p:spTgt spid="9"/>
                                        </p:tgtEl>
                                        <p:attrNameLst>
                                          <p:attrName>ppt_x</p:attrName>
                                        </p:attrNameLst>
                                      </p:cBhvr>
                                      <p:tavLst>
                                        <p:tav tm="0">
                                          <p:val>
                                            <p:strVal val="1+#ppt_w/2"/>
                                          </p:val>
                                        </p:tav>
                                        <p:tav tm="100000">
                                          <p:val>
                                            <p:strVal val="#ppt_x"/>
                                          </p:val>
                                        </p:tav>
                                      </p:tavLst>
                                    </p:anim>
                                    <p:anim calcmode="lin" valueType="num">
                                      <p:cBhvr additive="base">
                                        <p:cTn id="8" dur="500" fill="hold"/>
                                        <p:tgtEl>
                                          <p:spTgt spid="9"/>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2" fill="hold" nodeType="clickEffect">
                                  <p:stCondLst>
                                    <p:cond delay="0"/>
                                  </p:stCondLst>
                                  <p:childTnLst>
                                    <p:set>
                                      <p:cBhvr>
                                        <p:cTn id="12" dur="1" fill="hold">
                                          <p:stCondLst>
                                            <p:cond delay="0"/>
                                          </p:stCondLst>
                                        </p:cTn>
                                        <p:tgtEl>
                                          <p:spTgt spid="13"/>
                                        </p:tgtEl>
                                        <p:attrNameLst>
                                          <p:attrName>style.visibility</p:attrName>
                                        </p:attrNameLst>
                                      </p:cBhvr>
                                      <p:to>
                                        <p:strVal val="visible"/>
                                      </p:to>
                                    </p:set>
                                    <p:anim calcmode="lin" valueType="num">
                                      <p:cBhvr additive="base">
                                        <p:cTn id="13" dur="500" fill="hold"/>
                                        <p:tgtEl>
                                          <p:spTgt spid="13"/>
                                        </p:tgtEl>
                                        <p:attrNameLst>
                                          <p:attrName>ppt_x</p:attrName>
                                        </p:attrNameLst>
                                      </p:cBhvr>
                                      <p:tavLst>
                                        <p:tav tm="0">
                                          <p:val>
                                            <p:strVal val="1+#ppt_w/2"/>
                                          </p:val>
                                        </p:tav>
                                        <p:tav tm="100000">
                                          <p:val>
                                            <p:strVal val="#ppt_x"/>
                                          </p:val>
                                        </p:tav>
                                      </p:tavLst>
                                    </p:anim>
                                    <p:anim calcmode="lin" valueType="num">
                                      <p:cBhvr additive="base">
                                        <p:cTn id="14" dur="500" fill="hold"/>
                                        <p:tgtEl>
                                          <p:spTgt spid="13"/>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2" fill="hold" nodeType="clickEffect">
                                  <p:stCondLst>
                                    <p:cond delay="0"/>
                                  </p:stCondLst>
                                  <p:childTnLst>
                                    <p:set>
                                      <p:cBhvr>
                                        <p:cTn id="18" dur="1" fill="hold">
                                          <p:stCondLst>
                                            <p:cond delay="0"/>
                                          </p:stCondLst>
                                        </p:cTn>
                                        <p:tgtEl>
                                          <p:spTgt spid="11"/>
                                        </p:tgtEl>
                                        <p:attrNameLst>
                                          <p:attrName>style.visibility</p:attrName>
                                        </p:attrNameLst>
                                      </p:cBhvr>
                                      <p:to>
                                        <p:strVal val="visible"/>
                                      </p:to>
                                    </p:set>
                                    <p:anim calcmode="lin" valueType="num">
                                      <p:cBhvr additive="base">
                                        <p:cTn id="19" dur="500" fill="hold"/>
                                        <p:tgtEl>
                                          <p:spTgt spid="11"/>
                                        </p:tgtEl>
                                        <p:attrNameLst>
                                          <p:attrName>ppt_x</p:attrName>
                                        </p:attrNameLst>
                                      </p:cBhvr>
                                      <p:tavLst>
                                        <p:tav tm="0">
                                          <p:val>
                                            <p:strVal val="1+#ppt_w/2"/>
                                          </p:val>
                                        </p:tav>
                                        <p:tav tm="100000">
                                          <p:val>
                                            <p:strVal val="#ppt_x"/>
                                          </p:val>
                                        </p:tav>
                                      </p:tavLst>
                                    </p:anim>
                                    <p:anim calcmode="lin" valueType="num">
                                      <p:cBhvr additive="base">
                                        <p:cTn id="20" dur="500" fill="hold"/>
                                        <p:tgtEl>
                                          <p:spTgt spid="11"/>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2" fill="hold" nodeType="clickEffect">
                                  <p:stCondLst>
                                    <p:cond delay="0"/>
                                  </p:stCondLst>
                                  <p:childTnLst>
                                    <p:set>
                                      <p:cBhvr>
                                        <p:cTn id="24" dur="1" fill="hold">
                                          <p:stCondLst>
                                            <p:cond delay="0"/>
                                          </p:stCondLst>
                                        </p:cTn>
                                        <p:tgtEl>
                                          <p:spTgt spid="15"/>
                                        </p:tgtEl>
                                        <p:attrNameLst>
                                          <p:attrName>style.visibility</p:attrName>
                                        </p:attrNameLst>
                                      </p:cBhvr>
                                      <p:to>
                                        <p:strVal val="visible"/>
                                      </p:to>
                                    </p:set>
                                    <p:anim calcmode="lin" valueType="num">
                                      <p:cBhvr additive="base">
                                        <p:cTn id="25" dur="500" fill="hold"/>
                                        <p:tgtEl>
                                          <p:spTgt spid="15"/>
                                        </p:tgtEl>
                                        <p:attrNameLst>
                                          <p:attrName>ppt_x</p:attrName>
                                        </p:attrNameLst>
                                      </p:cBhvr>
                                      <p:tavLst>
                                        <p:tav tm="0">
                                          <p:val>
                                            <p:strVal val="1+#ppt_w/2"/>
                                          </p:val>
                                        </p:tav>
                                        <p:tav tm="100000">
                                          <p:val>
                                            <p:strVal val="#ppt_x"/>
                                          </p:val>
                                        </p:tav>
                                      </p:tavLst>
                                    </p:anim>
                                    <p:anim calcmode="lin" valueType="num">
                                      <p:cBhvr additive="base">
                                        <p:cTn id="26" dur="500" fill="hold"/>
                                        <p:tgtEl>
                                          <p:spTgt spid="15"/>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p:spPr>
        <p:txBody>
          <a:bodyPr>
            <a:normAutofit/>
          </a:bodyPr>
          <a:lstStyle/>
          <a:p>
            <a:r>
              <a:rPr lang="en-US" dirty="0"/>
              <a:t>Online Freelance Labor Market </a:t>
            </a:r>
            <a:endParaRPr lang="en-US" dirty="0"/>
          </a:p>
        </p:txBody>
      </p:sp>
      <p:pic>
        <p:nvPicPr>
          <p:cNvPr id="6" name="Content Placeholder 5" descr="A graph of a number of freelancers&#10;&#10;Description automatically generated"/>
          <p:cNvPicPr>
            <a:picLocks noGrp="1" noChangeAspect="1"/>
          </p:cNvPicPr>
          <p:nvPr>
            <p:ph idx="1"/>
          </p:nvPr>
        </p:nvPicPr>
        <p:blipFill>
          <a:blip r:embed="rId1">
            <a:extLst>
              <a:ext uri="{28A0092B-C50C-407E-A947-70E740481C1C}">
                <a14:useLocalDpi xmlns:a14="http://schemas.microsoft.com/office/drawing/2010/main" val="0"/>
              </a:ext>
            </a:extLst>
          </a:blip>
          <a:stretch>
            <a:fillRect/>
          </a:stretch>
        </p:blipFill>
        <p:spPr>
          <a:xfrm>
            <a:off x="326888" y="1884536"/>
            <a:ext cx="5769112" cy="3044218"/>
          </a:xfrm>
        </p:spPr>
      </p:pic>
      <p:pic>
        <p:nvPicPr>
          <p:cNvPr id="8" name="Picture 7" descr="A green and purple rectangles with black text&#10;&#10;Description automatically generated"/>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096000" y="1929246"/>
            <a:ext cx="6056560" cy="2999508"/>
          </a:xfrm>
          <a:prstGeom prst="rect">
            <a:avLst/>
          </a:prstGeom>
        </p:spPr>
      </p:pic>
      <p:sp>
        <p:nvSpPr>
          <p:cNvPr id="9" name="TextBox 8"/>
          <p:cNvSpPr txBox="1"/>
          <p:nvPr/>
        </p:nvSpPr>
        <p:spPr>
          <a:xfrm>
            <a:off x="7950462" y="4999253"/>
            <a:ext cx="4804121" cy="336118"/>
          </a:xfrm>
          <a:prstGeom prst="rect">
            <a:avLst/>
          </a:prstGeom>
          <a:noFill/>
        </p:spPr>
        <p:txBody>
          <a:bodyPr wrap="square" rtlCol="0">
            <a:spAutoFit/>
          </a:bodyPr>
          <a:lstStyle/>
          <a:p>
            <a:pPr defTabSz="804545">
              <a:spcAft>
                <a:spcPts val="600"/>
              </a:spcAft>
            </a:pPr>
            <a:r>
              <a:rPr lang="en-US" sz="1585" kern="1200" dirty="0">
                <a:solidFill>
                  <a:schemeClr val="tx1"/>
                </a:solidFill>
                <a:latin typeface="+mn-lt"/>
                <a:ea typeface="+mn-ea"/>
                <a:cs typeface="+mn-cs"/>
              </a:rPr>
              <a:t>Source from Upwork (</a:t>
            </a:r>
            <a:r>
              <a:rPr lang="en-US" sz="1585" kern="1200" dirty="0">
                <a:solidFill>
                  <a:schemeClr val="tx1"/>
                </a:solidFill>
                <a:latin typeface="Upworkrza"/>
                <a:ea typeface="+mn-ea"/>
                <a:cs typeface="+mn-cs"/>
              </a:rPr>
              <a:t>Freelance Forward 2022)</a:t>
            </a:r>
            <a:endParaRPr lang="en-US" b="0" i="0" dirty="0">
              <a:effectLst/>
              <a:latin typeface="Upworkrza"/>
            </a:endParaRPr>
          </a:p>
        </p:txBody>
      </p:sp>
      <p:sp>
        <p:nvSpPr>
          <p:cNvPr id="3" name="Slide Number Placeholder 2"/>
          <p:cNvSpPr>
            <a:spLocks noGrp="1"/>
          </p:cNvSpPr>
          <p:nvPr>
            <p:ph type="sldNum" sz="quarter" idx="12"/>
          </p:nvPr>
        </p:nvSpPr>
        <p:spPr/>
        <p:txBody>
          <a:bodyPr/>
          <a:lstStyle/>
          <a:p>
            <a:fld id="{7F8CBF50-853B-304C-BCA2-DB5146F0D4EA}" type="slidenum">
              <a:rPr lang="en-US" smtClean="0"/>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Three Stages of the Writing Process</a:t>
            </a:r>
            <a:endParaRPr lang="en-US" dirty="0"/>
          </a:p>
        </p:txBody>
      </p:sp>
      <p:graphicFrame>
        <p:nvGraphicFramePr>
          <p:cNvPr id="5" name="Content Placeholder 4"/>
          <p:cNvGraphicFramePr>
            <a:graphicFrameLocks noGrp="1"/>
          </p:cNvGraphicFramePr>
          <p:nvPr>
            <p:ph idx="1"/>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1" r:lo="rId2" r:qs="rId3" r:cs="rId4"/>
          </a:graphicData>
        </a:graphic>
      </p:graphicFrame>
      <p:sp>
        <p:nvSpPr>
          <p:cNvPr id="4" name="Slide Number Placeholder 3"/>
          <p:cNvSpPr>
            <a:spLocks noGrp="1"/>
          </p:cNvSpPr>
          <p:nvPr>
            <p:ph type="sldNum" sz="quarter" idx="12"/>
          </p:nvPr>
        </p:nvSpPr>
        <p:spPr/>
        <p:txBody>
          <a:bodyPr/>
          <a:lstStyle/>
          <a:p>
            <a:fld id="{7F8CBF50-853B-304C-BCA2-DB5146F0D4EA}" type="slidenum">
              <a:rPr lang="en-US" smtClean="0"/>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p:cNvSpPr>
            <a:spLocks noGrp="1"/>
          </p:cNvSpPr>
          <p:nvPr>
            <p:ph type="title"/>
          </p:nvPr>
        </p:nvSpPr>
        <p:spPr/>
        <p:txBody>
          <a:bodyPr/>
          <a:lstStyle/>
          <a:p>
            <a:r>
              <a:rPr lang="en-US" dirty="0"/>
              <a:t>Three Stages of the Writing Process</a:t>
            </a:r>
            <a:endParaRPr lang="en-US" dirty="0"/>
          </a:p>
        </p:txBody>
      </p:sp>
      <p:sp>
        <p:nvSpPr>
          <p:cNvPr id="3" name="Content Placeholder 2"/>
          <p:cNvSpPr>
            <a:spLocks noGrp="1"/>
          </p:cNvSpPr>
          <p:nvPr>
            <p:ph idx="1"/>
          </p:nvPr>
        </p:nvSpPr>
        <p:spPr>
          <a:xfrm>
            <a:off x="838200" y="1825625"/>
            <a:ext cx="10515600" cy="4351338"/>
          </a:xfrm>
        </p:spPr>
        <p:txBody>
          <a:bodyPr/>
          <a:lstStyle/>
          <a:p>
            <a:r>
              <a:rPr lang="en-US" dirty="0"/>
              <a:t>Planning: This stage involves the initial organization, brainstorming, and outlining of ideas. It includes tasks such as idea generation, information gathering, and data collection.</a:t>
            </a:r>
            <a:endParaRPr lang="en-US" dirty="0"/>
          </a:p>
          <a:p>
            <a:r>
              <a:rPr lang="en-US" dirty="0"/>
              <a:t>Translating: This stage focuses on expressing ideas and translating them into written form. Tasks within this stage may involve storytelling, writing drafts, and more.</a:t>
            </a:r>
            <a:endParaRPr lang="en-US" dirty="0"/>
          </a:p>
          <a:p>
            <a:r>
              <a:rPr lang="en-US" dirty="0"/>
              <a:t>Editing: The editing stage is dedicated to revising and refining written content for clarity, coherence, and correctness.</a:t>
            </a:r>
            <a:endParaRPr lang="en-US" dirty="0"/>
          </a:p>
          <a:p>
            <a:endParaRPr lang="en-US" dirty="0"/>
          </a:p>
        </p:txBody>
      </p:sp>
      <p:sp>
        <p:nvSpPr>
          <p:cNvPr id="4" name="Slide Number Placeholder 3"/>
          <p:cNvSpPr>
            <a:spLocks noGrp="1"/>
          </p:cNvSpPr>
          <p:nvPr>
            <p:ph type="sldNum" sz="quarter" idx="12"/>
          </p:nvPr>
        </p:nvSpPr>
        <p:spPr>
          <a:xfrm>
            <a:off x="8610600" y="6356350"/>
            <a:ext cx="2743200" cy="365125"/>
          </a:xfrm>
        </p:spPr>
        <p:txBody>
          <a:bodyPr/>
          <a:lstStyle/>
          <a:p>
            <a:fld id="{7F8CBF50-853B-304C-BCA2-DB5146F0D4EA}" type="slidenum">
              <a:rPr lang="en-US" smtClean="0"/>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Datasets</a:t>
            </a:r>
            <a:endParaRPr lang="en-US" dirty="0"/>
          </a:p>
        </p:txBody>
      </p:sp>
      <p:sp>
        <p:nvSpPr>
          <p:cNvPr id="3" name="Content Placeholder 2"/>
          <p:cNvSpPr>
            <a:spLocks noGrp="1"/>
          </p:cNvSpPr>
          <p:nvPr>
            <p:ph idx="1"/>
          </p:nvPr>
        </p:nvSpPr>
        <p:spPr/>
        <p:txBody>
          <a:bodyPr/>
          <a:lstStyle/>
          <a:p>
            <a:r>
              <a:rPr lang="en-US" dirty="0" err="1"/>
              <a:t>ft_train_validation.xlsx</a:t>
            </a:r>
            <a:r>
              <a:rPr lang="en-US" dirty="0"/>
              <a:t>: Training and Validation data for fine-tuning</a:t>
            </a:r>
            <a:endParaRPr lang="en-US" dirty="0"/>
          </a:p>
          <a:p>
            <a:pPr lvl="1"/>
            <a:r>
              <a:rPr lang="en-US" dirty="0"/>
              <a:t>800 observations in total</a:t>
            </a:r>
            <a:endParaRPr lang="en-US" dirty="0"/>
          </a:p>
          <a:p>
            <a:pPr lvl="1"/>
            <a:r>
              <a:rPr lang="en-US" dirty="0"/>
              <a:t>Randomly selected 100 observations for each of the eight groups (2</a:t>
            </a:r>
            <a:r>
              <a:rPr lang="en-US" dirty="0"/>
              <a:t>×</a:t>
            </a:r>
            <a:r>
              <a:rPr lang="en-US" dirty="0"/>
              <a:t>2</a:t>
            </a:r>
            <a:r>
              <a:rPr lang="en-US" dirty="0"/>
              <a:t>×</a:t>
            </a:r>
            <a:r>
              <a:rPr lang="en-US" dirty="0"/>
              <a:t>2)</a:t>
            </a:r>
            <a:endParaRPr lang="en-US" dirty="0"/>
          </a:p>
          <a:p>
            <a:pPr lvl="1"/>
            <a:r>
              <a:rPr lang="en-US" dirty="0"/>
              <a:t>700 observations for training and the remaining 100 for validation after shuffling</a:t>
            </a:r>
            <a:endParaRPr lang="en-US" dirty="0"/>
          </a:p>
          <a:p>
            <a:r>
              <a:rPr lang="en-US" dirty="0" err="1"/>
              <a:t>ft_evaluation.xlsx</a:t>
            </a:r>
            <a:r>
              <a:rPr lang="en-US" dirty="0"/>
              <a:t>: Evaluation data after fine-tuning</a:t>
            </a:r>
            <a:endParaRPr lang="en-US" dirty="0"/>
          </a:p>
          <a:p>
            <a:pPr lvl="1"/>
            <a:r>
              <a:rPr lang="en-US" dirty="0"/>
              <a:t>Randomly selected 500 observations</a:t>
            </a:r>
            <a:endParaRPr lang="en-US" dirty="0"/>
          </a:p>
          <a:p>
            <a:pPr lvl="1"/>
            <a:r>
              <a:rPr lang="en-US" dirty="0"/>
              <a:t>Comparison between the base (GPT-4o-mini) and fine-tuned models</a:t>
            </a:r>
            <a:endParaRPr lang="en-US" dirty="0"/>
          </a:p>
          <a:p>
            <a:pPr lvl="1"/>
            <a:endParaRPr lang="en-US" dirty="0"/>
          </a:p>
          <a:p>
            <a:pPr lvl="1"/>
            <a:endParaRPr lang="en-US" dirty="0"/>
          </a:p>
        </p:txBody>
      </p:sp>
      <p:sp>
        <p:nvSpPr>
          <p:cNvPr id="4" name="Slide Number Placeholder 3"/>
          <p:cNvSpPr>
            <a:spLocks noGrp="1"/>
          </p:cNvSpPr>
          <p:nvPr>
            <p:ph type="sldNum" sz="quarter" idx="12"/>
          </p:nvPr>
        </p:nvSpPr>
        <p:spPr/>
        <p:txBody>
          <a:bodyPr/>
          <a:lstStyle/>
          <a:p>
            <a:fld id="{7F8CBF50-853B-304C-BCA2-DB5146F0D4EA}" type="slidenum">
              <a:rPr lang="en-US" smtClean="0"/>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4" name="Slide Number Placeholder 3"/>
          <p:cNvSpPr>
            <a:spLocks noGrp="1"/>
          </p:cNvSpPr>
          <p:nvPr>
            <p:ph type="sldNum" sz="quarter" idx="12"/>
          </p:nvPr>
        </p:nvSpPr>
        <p:spPr/>
        <p:txBody>
          <a:bodyPr/>
          <a:lstStyle/>
          <a:p>
            <a:fld id="{C0722274-0FAA-4649-AA4E-4210F4F32167}" type="slidenum">
              <a:rPr lang="en-US" smtClean="0"/>
            </a:fld>
            <a:endParaRPr lang="en-US"/>
          </a:p>
        </p:txBody>
      </p:sp>
      <p:pic>
        <p:nvPicPr>
          <p:cNvPr id="5" name="图片 1" descr="图形用户界面, 应用程序, 网站&#10;&#10;描述已自动生成"/>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123449" y="301083"/>
            <a:ext cx="6369013" cy="6556917"/>
          </a:xfrm>
          <a:prstGeom prst="rect">
            <a:avLst/>
          </a:prstGeom>
        </p:spPr>
      </p:pic>
      <p:pic>
        <p:nvPicPr>
          <p:cNvPr id="6" name="图片 2" descr="图形用户界面, 文本, 应用程序, 网站&#10;&#10;描述已自动生成"/>
          <p:cNvPicPr>
            <a:picLocks noGrp="1" noChangeAspect="1"/>
          </p:cNvPicPr>
          <p:nvPr>
            <p:ph idx="1"/>
          </p:nvPr>
        </p:nvPicPr>
        <p:blipFill>
          <a:blip r:embed="rId2" cstate="print">
            <a:extLst>
              <a:ext uri="{28A0092B-C50C-407E-A947-70E740481C1C}">
                <a14:useLocalDpi xmlns:a14="http://schemas.microsoft.com/office/drawing/2010/main" val="0"/>
              </a:ext>
            </a:extLst>
          </a:blip>
          <a:stretch>
            <a:fillRect/>
          </a:stretch>
        </p:blipFill>
        <p:spPr>
          <a:xfrm>
            <a:off x="6477792" y="513389"/>
            <a:ext cx="5714208" cy="5831222"/>
          </a:xfrm>
          <a:prstGeom prst="rect">
            <a:avLst/>
          </a:prstGeom>
        </p:spPr>
      </p:pic>
      <p:sp>
        <p:nvSpPr>
          <p:cNvPr id="3" name="TextBox 2"/>
          <p:cNvSpPr txBox="1"/>
          <p:nvPr/>
        </p:nvSpPr>
        <p:spPr>
          <a:xfrm>
            <a:off x="3127991" y="1451439"/>
            <a:ext cx="595035" cy="369332"/>
          </a:xfrm>
          <a:prstGeom prst="rect">
            <a:avLst/>
          </a:prstGeom>
          <a:noFill/>
        </p:spPr>
        <p:txBody>
          <a:bodyPr wrap="none" rtlCol="0">
            <a:spAutoFit/>
          </a:bodyPr>
          <a:lstStyle/>
          <a:p>
            <a:r>
              <a:rPr lang="en-US" dirty="0">
                <a:solidFill>
                  <a:srgbClr val="FF0000"/>
                </a:solidFill>
              </a:rPr>
              <a:t>Title</a:t>
            </a:r>
            <a:endParaRPr lang="en-US" dirty="0">
              <a:solidFill>
                <a:srgbClr val="FF0000"/>
              </a:solidFill>
            </a:endParaRPr>
          </a:p>
        </p:txBody>
      </p:sp>
      <p:sp>
        <p:nvSpPr>
          <p:cNvPr id="7" name="TextBox 6"/>
          <p:cNvSpPr txBox="1"/>
          <p:nvPr/>
        </p:nvSpPr>
        <p:spPr>
          <a:xfrm>
            <a:off x="78058" y="1124270"/>
            <a:ext cx="3307957" cy="307777"/>
          </a:xfrm>
          <a:prstGeom prst="rect">
            <a:avLst/>
          </a:prstGeom>
          <a:noFill/>
        </p:spPr>
        <p:txBody>
          <a:bodyPr wrap="none" rtlCol="0">
            <a:spAutoFit/>
          </a:bodyPr>
          <a:lstStyle/>
          <a:p>
            <a:r>
              <a:rPr lang="en-US" sz="1400" dirty="0">
                <a:solidFill>
                  <a:srgbClr val="FF0000"/>
                </a:solidFill>
              </a:rPr>
              <a:t>Category\subcategory\nested-subcategory</a:t>
            </a:r>
            <a:endParaRPr lang="en-US" sz="1400" dirty="0">
              <a:solidFill>
                <a:srgbClr val="FF0000"/>
              </a:solidFill>
            </a:endParaRPr>
          </a:p>
        </p:txBody>
      </p:sp>
      <p:sp>
        <p:nvSpPr>
          <p:cNvPr id="8" name="TextBox 7"/>
          <p:cNvSpPr txBox="1"/>
          <p:nvPr/>
        </p:nvSpPr>
        <p:spPr>
          <a:xfrm>
            <a:off x="352377" y="1990652"/>
            <a:ext cx="580608" cy="307777"/>
          </a:xfrm>
          <a:prstGeom prst="rect">
            <a:avLst/>
          </a:prstGeom>
          <a:noFill/>
        </p:spPr>
        <p:txBody>
          <a:bodyPr wrap="none" rtlCol="0">
            <a:spAutoFit/>
          </a:bodyPr>
          <a:lstStyle/>
          <a:p>
            <a:r>
              <a:rPr lang="en-US" sz="1400" dirty="0">
                <a:solidFill>
                  <a:srgbClr val="FF0000"/>
                </a:solidFill>
              </a:rPr>
              <a:t>seller</a:t>
            </a:r>
            <a:endParaRPr lang="en-US" sz="1400" dirty="0">
              <a:solidFill>
                <a:srgbClr val="FF0000"/>
              </a:solidFill>
            </a:endParaRPr>
          </a:p>
        </p:txBody>
      </p:sp>
      <p:sp>
        <p:nvSpPr>
          <p:cNvPr id="9" name="TextBox 8"/>
          <p:cNvSpPr txBox="1"/>
          <p:nvPr/>
        </p:nvSpPr>
        <p:spPr>
          <a:xfrm>
            <a:off x="1162057" y="5527447"/>
            <a:ext cx="1568956" cy="307777"/>
          </a:xfrm>
          <a:prstGeom prst="rect">
            <a:avLst/>
          </a:prstGeom>
          <a:noFill/>
        </p:spPr>
        <p:txBody>
          <a:bodyPr wrap="none" rtlCol="0">
            <a:spAutoFit/>
          </a:bodyPr>
          <a:lstStyle/>
          <a:p>
            <a:r>
              <a:rPr lang="en-US" sz="1400" dirty="0">
                <a:solidFill>
                  <a:srgbClr val="FF0000"/>
                </a:solidFill>
              </a:rPr>
              <a:t>Service description</a:t>
            </a:r>
            <a:endParaRPr lang="en-US" sz="1400" dirty="0">
              <a:solidFill>
                <a:srgbClr val="FF0000"/>
              </a:solidFill>
            </a:endParaRPr>
          </a:p>
        </p:txBody>
      </p:sp>
      <p:sp>
        <p:nvSpPr>
          <p:cNvPr id="10" name="TextBox 9"/>
          <p:cNvSpPr txBox="1"/>
          <p:nvPr/>
        </p:nvSpPr>
        <p:spPr>
          <a:xfrm>
            <a:off x="5714209" y="1960575"/>
            <a:ext cx="546945" cy="307777"/>
          </a:xfrm>
          <a:prstGeom prst="rect">
            <a:avLst/>
          </a:prstGeom>
          <a:noFill/>
        </p:spPr>
        <p:txBody>
          <a:bodyPr wrap="none" rtlCol="0">
            <a:spAutoFit/>
          </a:bodyPr>
          <a:lstStyle/>
          <a:p>
            <a:r>
              <a:rPr lang="en-US" sz="1400" dirty="0">
                <a:solidFill>
                  <a:srgbClr val="FF0000"/>
                </a:solidFill>
              </a:rPr>
              <a:t>Price</a:t>
            </a:r>
            <a:endParaRPr lang="en-US" sz="1400" dirty="0">
              <a:solidFill>
                <a:srgbClr val="FF0000"/>
              </a:solidFill>
            </a:endParaRPr>
          </a:p>
        </p:txBody>
      </p:sp>
      <p:sp>
        <p:nvSpPr>
          <p:cNvPr id="11" name="TextBox 10"/>
          <p:cNvSpPr txBox="1"/>
          <p:nvPr/>
        </p:nvSpPr>
        <p:spPr>
          <a:xfrm>
            <a:off x="1616454" y="1975712"/>
            <a:ext cx="2380267" cy="307777"/>
          </a:xfrm>
          <a:prstGeom prst="rect">
            <a:avLst/>
          </a:prstGeom>
          <a:noFill/>
        </p:spPr>
        <p:txBody>
          <a:bodyPr wrap="none" rtlCol="0">
            <a:spAutoFit/>
          </a:bodyPr>
          <a:lstStyle/>
          <a:p>
            <a:r>
              <a:rPr lang="en-US" sz="1400" dirty="0">
                <a:solidFill>
                  <a:srgbClr val="FF0000"/>
                </a:solidFill>
              </a:rPr>
              <a:t>Average Rating (Total reviews)</a:t>
            </a:r>
            <a:endParaRPr lang="en-US" sz="1400" dirty="0">
              <a:solidFill>
                <a:srgbClr val="FF0000"/>
              </a:solidFill>
            </a:endParaRPr>
          </a:p>
        </p:txBody>
      </p:sp>
      <p:sp>
        <p:nvSpPr>
          <p:cNvPr id="12" name="TextBox 11"/>
          <p:cNvSpPr txBox="1"/>
          <p:nvPr/>
        </p:nvSpPr>
        <p:spPr>
          <a:xfrm>
            <a:off x="7472431" y="2687603"/>
            <a:ext cx="859402" cy="307777"/>
          </a:xfrm>
          <a:prstGeom prst="rect">
            <a:avLst/>
          </a:prstGeom>
          <a:noFill/>
        </p:spPr>
        <p:txBody>
          <a:bodyPr wrap="none" rtlCol="0">
            <a:spAutoFit/>
          </a:bodyPr>
          <a:lstStyle/>
          <a:p>
            <a:r>
              <a:rPr lang="en-US" sz="1400" dirty="0">
                <a:solidFill>
                  <a:srgbClr val="FF0000"/>
                </a:solidFill>
              </a:rPr>
              <a:t>Reviewer</a:t>
            </a:r>
            <a:endParaRPr lang="en-US" sz="1400" dirty="0">
              <a:solidFill>
                <a:srgbClr val="FF0000"/>
              </a:solidFill>
            </a:endParaRPr>
          </a:p>
        </p:txBody>
      </p:sp>
      <p:sp>
        <p:nvSpPr>
          <p:cNvPr id="13" name="TextBox 12"/>
          <p:cNvSpPr txBox="1"/>
          <p:nvPr/>
        </p:nvSpPr>
        <p:spPr>
          <a:xfrm>
            <a:off x="7472431" y="2846018"/>
            <a:ext cx="1573892" cy="307777"/>
          </a:xfrm>
          <a:prstGeom prst="rect">
            <a:avLst/>
          </a:prstGeom>
          <a:noFill/>
        </p:spPr>
        <p:txBody>
          <a:bodyPr wrap="none" rtlCol="0">
            <a:spAutoFit/>
          </a:bodyPr>
          <a:lstStyle/>
          <a:p>
            <a:r>
              <a:rPr lang="en-US" sz="1400" dirty="0">
                <a:solidFill>
                  <a:srgbClr val="FF0000"/>
                </a:solidFill>
              </a:rPr>
              <a:t>Reviewer’s country</a:t>
            </a:r>
            <a:endParaRPr lang="en-US" sz="1400" dirty="0">
              <a:solidFill>
                <a:srgbClr val="FF0000"/>
              </a:solidFill>
            </a:endParaRPr>
          </a:p>
        </p:txBody>
      </p:sp>
      <p:sp>
        <p:nvSpPr>
          <p:cNvPr id="14" name="TextBox 13"/>
          <p:cNvSpPr txBox="1"/>
          <p:nvPr/>
        </p:nvSpPr>
        <p:spPr>
          <a:xfrm>
            <a:off x="8053680" y="3040449"/>
            <a:ext cx="3983589" cy="523220"/>
          </a:xfrm>
          <a:prstGeom prst="rect">
            <a:avLst/>
          </a:prstGeom>
          <a:noFill/>
        </p:spPr>
        <p:txBody>
          <a:bodyPr wrap="square" rtlCol="0">
            <a:spAutoFit/>
          </a:bodyPr>
          <a:lstStyle/>
          <a:p>
            <a:r>
              <a:rPr lang="en-US" sz="1400" dirty="0">
                <a:solidFill>
                  <a:srgbClr val="FF0000"/>
                </a:solidFill>
              </a:rPr>
              <a:t>Time elapsed between the review date and the data collection date.</a:t>
            </a:r>
            <a:endParaRPr lang="en-US" sz="1400" dirty="0">
              <a:solidFill>
                <a:srgbClr val="FF0000"/>
              </a:solidFill>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Data Dictionary</a:t>
            </a:r>
            <a:endParaRPr lang="en-US" dirty="0"/>
          </a:p>
        </p:txBody>
      </p:sp>
      <p:sp>
        <p:nvSpPr>
          <p:cNvPr id="3" name="Content Placeholder 2"/>
          <p:cNvSpPr>
            <a:spLocks noGrp="1"/>
          </p:cNvSpPr>
          <p:nvPr>
            <p:ph idx="1"/>
          </p:nvPr>
        </p:nvSpPr>
        <p:spPr/>
        <p:txBody>
          <a:bodyPr>
            <a:normAutofit fontScale="92500" lnSpcReduction="10000"/>
          </a:bodyPr>
          <a:lstStyle/>
          <a:p>
            <a:r>
              <a:rPr lang="en-US" dirty="0" err="1"/>
              <a:t>service_url</a:t>
            </a:r>
            <a:r>
              <a:rPr lang="en-US" dirty="0"/>
              <a:t>: URL of the freelancing service</a:t>
            </a:r>
            <a:endParaRPr lang="en-US" dirty="0"/>
          </a:p>
          <a:p>
            <a:r>
              <a:rPr lang="en-US" dirty="0" err="1"/>
              <a:t>service_name</a:t>
            </a:r>
            <a:r>
              <a:rPr lang="en-US" dirty="0"/>
              <a:t>: Title of the service</a:t>
            </a:r>
            <a:endParaRPr lang="en-US" dirty="0"/>
          </a:p>
          <a:p>
            <a:r>
              <a:rPr lang="en-US" dirty="0"/>
              <a:t>description: Description of the service</a:t>
            </a:r>
            <a:endParaRPr lang="en-US" dirty="0"/>
          </a:p>
          <a:p>
            <a:r>
              <a:rPr lang="en-US" dirty="0"/>
              <a:t>Planning_4o: Indicator for the Planning stage (1 or 0)</a:t>
            </a:r>
            <a:endParaRPr lang="en-US" dirty="0"/>
          </a:p>
          <a:p>
            <a:r>
              <a:rPr lang="en-US" dirty="0"/>
              <a:t>Translating_4o: Indicator for the Translating stage (1 or 0)</a:t>
            </a:r>
            <a:endParaRPr lang="en-US" dirty="0"/>
          </a:p>
          <a:p>
            <a:r>
              <a:rPr lang="en-US" dirty="0"/>
              <a:t>Editing_4o: Indicator for the Editing stage (1 or 0)</a:t>
            </a:r>
            <a:endParaRPr lang="en-US" dirty="0"/>
          </a:p>
          <a:p>
            <a:pPr marL="0" indent="0">
              <a:buNone/>
            </a:pPr>
            <a:endParaRPr lang="en-US" dirty="0"/>
          </a:p>
          <a:p>
            <a:r>
              <a:rPr lang="en-US" dirty="0"/>
              <a:t>*_4o: </a:t>
            </a:r>
            <a:endParaRPr lang="en-US" dirty="0"/>
          </a:p>
          <a:p>
            <a:pPr lvl="1"/>
            <a:r>
              <a:rPr lang="en-US" dirty="0"/>
              <a:t>Generated by the GPT-4o model</a:t>
            </a:r>
            <a:endParaRPr lang="en-US" dirty="0"/>
          </a:p>
          <a:p>
            <a:pPr lvl="1"/>
            <a:r>
              <a:rPr lang="en-US" dirty="0"/>
              <a:t>Ground truth labels</a:t>
            </a:r>
            <a:endParaRPr lang="en-US" dirty="0"/>
          </a:p>
        </p:txBody>
      </p:sp>
      <p:sp>
        <p:nvSpPr>
          <p:cNvPr id="4" name="Slide Number Placeholder 3"/>
          <p:cNvSpPr>
            <a:spLocks noGrp="1"/>
          </p:cNvSpPr>
          <p:nvPr>
            <p:ph type="sldNum" sz="quarter" idx="12"/>
          </p:nvPr>
        </p:nvSpPr>
        <p:spPr/>
        <p:txBody>
          <a:bodyPr/>
          <a:lstStyle/>
          <a:p>
            <a:fld id="{7F8CBF50-853B-304C-BCA2-DB5146F0D4EA}" type="slidenum">
              <a:rPr lang="en-US" smtClean="0"/>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p:spPr>
        <p:txBody>
          <a:bodyPr/>
          <a:lstStyle/>
          <a:p>
            <a:r>
              <a:rPr lang="en-US" dirty="0"/>
              <a:t>Ground Truth Labels</a:t>
            </a:r>
            <a:endParaRPr lang="en-US" dirty="0"/>
          </a:p>
        </p:txBody>
      </p:sp>
      <p:sp>
        <p:nvSpPr>
          <p:cNvPr id="3" name="Content Placeholder 2"/>
          <p:cNvSpPr>
            <a:spLocks noGrp="1"/>
          </p:cNvSpPr>
          <p:nvPr>
            <p:ph idx="1"/>
          </p:nvPr>
        </p:nvSpPr>
        <p:spPr>
          <a:xfrm>
            <a:off x="838200" y="1825625"/>
            <a:ext cx="10515600" cy="4351338"/>
          </a:xfrm>
        </p:spPr>
        <p:txBody>
          <a:bodyPr>
            <a:normAutofit fontScale="77500" lnSpcReduction="20000"/>
          </a:bodyPr>
          <a:lstStyle/>
          <a:p>
            <a:r>
              <a:rPr lang="en-US" dirty="0"/>
              <a:t>prompt=f"""</a:t>
            </a:r>
            <a:endParaRPr lang="en-US" dirty="0"/>
          </a:p>
          <a:p>
            <a:pPr marL="0" indent="0">
              <a:buNone/>
            </a:pPr>
            <a:r>
              <a:rPr lang="en-US" dirty="0" err="1"/>
              <a:t>Analyze</a:t>
            </a:r>
            <a:r>
              <a:rPr lang="en-US" dirty="0"/>
              <a:t> the following service text (title + description) and determine if the service covers each of the three stages of the writing process: Planning, Translating, and Editing.</a:t>
            </a:r>
            <a:br>
              <a:rPr lang="en-US" dirty="0"/>
            </a:br>
            <a:r>
              <a:rPr lang="en-US" dirty="0">
                <a:solidFill>
                  <a:schemeClr val="accent2"/>
                </a:solidFill>
              </a:rPr>
              <a:t>Explain your analysis step by step. </a:t>
            </a:r>
            <a:r>
              <a:rPr lang="en-US" dirty="0"/>
              <a:t>No need to repeat the input text or the definitions of the stages. For each stage, provide a binary output (1 for yes, 0 for no). </a:t>
            </a:r>
            <a:r>
              <a:rPr lang="en-US" dirty="0">
                <a:solidFill>
                  <a:schemeClr val="accent2"/>
                </a:solidFill>
              </a:rPr>
              <a:t>At the end of your response, summarize your output in JSON format</a:t>
            </a:r>
            <a:r>
              <a:rPr lang="en-US" dirty="0"/>
              <a:t>, e.g., {{"Planning": 1, "Translating": 0, "Editing": 1}}.</a:t>
            </a:r>
            <a:br>
              <a:rPr lang="en-US" dirty="0"/>
            </a:br>
            <a:r>
              <a:rPr lang="en-US" dirty="0">
                <a:solidFill>
                  <a:schemeClr val="accent2"/>
                </a:solidFill>
              </a:rPr>
              <a:t>Definitions</a:t>
            </a:r>
            <a:r>
              <a:rPr lang="en-US" dirty="0"/>
              <a:t>:</a:t>
            </a:r>
            <a:br>
              <a:rPr lang="en-US" dirty="0"/>
            </a:br>
            <a:r>
              <a:rPr lang="en-US" dirty="0"/>
              <a:t>Planning: This stage involves the initial organization, brainstorming, and outlining of ideas. It includes tasks such as idea generation, information gathering, and data collection.</a:t>
            </a:r>
            <a:br>
              <a:rPr lang="en-US" dirty="0"/>
            </a:br>
            <a:r>
              <a:rPr lang="en-US" dirty="0"/>
              <a:t>Translating: This stage focuses on expressing ideas and translating them into written form. Tasks within this stage may involve storytelling, writing drafts, and more.</a:t>
            </a:r>
            <a:br>
              <a:rPr lang="en-US" dirty="0"/>
            </a:br>
            <a:r>
              <a:rPr lang="en-US" dirty="0"/>
              <a:t>Editing: The editing stage is dedicated to revising and refining written content for clarity, coherence, and correctness.</a:t>
            </a:r>
            <a:br>
              <a:rPr lang="en-US" dirty="0"/>
            </a:br>
            <a:r>
              <a:rPr lang="en-US" dirty="0"/>
              <a:t>Service Text:</a:t>
            </a:r>
            <a:br>
              <a:rPr lang="en-US" dirty="0"/>
            </a:br>
            <a:r>
              <a:rPr lang="en-US" dirty="0"/>
              <a:t>Title: {title}</a:t>
            </a:r>
            <a:br>
              <a:rPr lang="en-US" dirty="0"/>
            </a:br>
            <a:r>
              <a:rPr lang="en-US" dirty="0"/>
              <a:t>Description: {description} """</a:t>
            </a:r>
            <a:endParaRPr lang="en-US" dirty="0"/>
          </a:p>
          <a:p>
            <a:endParaRPr lang="en-US" dirty="0"/>
          </a:p>
          <a:p>
            <a:endParaRPr lang="en-US" dirty="0"/>
          </a:p>
        </p:txBody>
      </p:sp>
      <p:sp>
        <p:nvSpPr>
          <p:cNvPr id="4" name="Slide Number Placeholder 3"/>
          <p:cNvSpPr>
            <a:spLocks noGrp="1"/>
          </p:cNvSpPr>
          <p:nvPr>
            <p:ph type="sldNum" sz="quarter" idx="12"/>
          </p:nvPr>
        </p:nvSpPr>
        <p:spPr>
          <a:xfrm>
            <a:off x="8610600" y="6356350"/>
            <a:ext cx="2743200" cy="365125"/>
          </a:xfrm>
        </p:spPr>
        <p:txBody>
          <a:bodyPr/>
          <a:lstStyle/>
          <a:p>
            <a:fld id="{7F8CBF50-853B-304C-BCA2-DB5146F0D4EA}" type="slidenum">
              <a:rPr lang="en-US" smtClean="0"/>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05740" y="217170"/>
            <a:ext cx="11795760" cy="6252210"/>
          </a:xfrm>
        </p:spPr>
        <p:txBody>
          <a:bodyPr>
            <a:normAutofit fontScale="92500" lnSpcReduction="10000"/>
          </a:bodyPr>
          <a:lstStyle/>
          <a:p>
            <a:r>
              <a:rPr lang="en-US" dirty="0">
                <a:solidFill>
                  <a:schemeClr val="accent2"/>
                </a:solidFill>
              </a:rPr>
              <a:t>Title</a:t>
            </a:r>
            <a:r>
              <a:rPr lang="en-US" dirty="0"/>
              <a:t>: I will write website content, </a:t>
            </a:r>
            <a:r>
              <a:rPr lang="en-US" dirty="0" err="1"/>
              <a:t>faq</a:t>
            </a:r>
            <a:r>
              <a:rPr lang="en-US" dirty="0"/>
              <a:t>, about us page, SEO copywriting and all website copy</a:t>
            </a:r>
            <a:endParaRPr lang="en-US" dirty="0"/>
          </a:p>
          <a:p>
            <a:r>
              <a:rPr lang="en-US" dirty="0">
                <a:solidFill>
                  <a:schemeClr val="accent2"/>
                </a:solidFill>
              </a:rPr>
              <a:t>Description</a:t>
            </a:r>
            <a:r>
              <a:rPr lang="en-US" dirty="0"/>
              <a:t>:</a:t>
            </a:r>
            <a:endParaRPr lang="en-US" dirty="0"/>
          </a:p>
          <a:p>
            <a:pPr marL="0" indent="0">
              <a:buNone/>
            </a:pPr>
            <a:r>
              <a:rPr lang="en-US" dirty="0"/>
              <a:t>PLEASE ALWAYS CONTACT ME BEFORE PLACING YOUR ORDER!</a:t>
            </a:r>
            <a:endParaRPr lang="en-US" dirty="0"/>
          </a:p>
          <a:p>
            <a:pPr marL="0" indent="0">
              <a:buNone/>
            </a:pPr>
            <a:r>
              <a:rPr lang="en-US" dirty="0"/>
              <a:t>Need content for your "Frequently Asked Questions" (FAQ) or "Help" page(s)? Need an About Us page too?</a:t>
            </a:r>
            <a:endParaRPr lang="en-US" dirty="0"/>
          </a:p>
          <a:p>
            <a:pPr marL="0" indent="0">
              <a:buNone/>
            </a:pPr>
            <a:r>
              <a:rPr lang="en-US" dirty="0"/>
              <a:t>I will write the content for a clear and concise set of topics defined by you (or agreed together after discussing your requirements). You will then be able to publish the content on your website.</a:t>
            </a:r>
            <a:endParaRPr lang="en-US" dirty="0"/>
          </a:p>
          <a:p>
            <a:pPr marL="0" indent="0">
              <a:buNone/>
            </a:pPr>
            <a:r>
              <a:rPr lang="en-US" dirty="0"/>
              <a:t>The basic $30 gig applies to one article/section of up to 250 words. Please check my extras for additional options.</a:t>
            </a:r>
            <a:endParaRPr lang="en-US" dirty="0"/>
          </a:p>
          <a:p>
            <a:pPr marL="0" indent="0">
              <a:buNone/>
            </a:pPr>
            <a:r>
              <a:rPr lang="en-US" dirty="0"/>
              <a:t>I have 15+ years of experience in digital marketing, product management, creating and launching websites and web based products.</a:t>
            </a:r>
            <a:endParaRPr lang="en-US" dirty="0"/>
          </a:p>
          <a:p>
            <a:pPr marL="0" indent="0">
              <a:buNone/>
            </a:pPr>
            <a:r>
              <a:rPr lang="en-US" dirty="0"/>
              <a:t>Send me a link to your site or app and I will come back with an offer that best suits your requirements!</a:t>
            </a:r>
            <a:endParaRPr lang="en-US" dirty="0"/>
          </a:p>
          <a:p>
            <a:pPr marL="0" indent="0">
              <a:buNone/>
            </a:pPr>
            <a:r>
              <a:rPr lang="en-US" dirty="0"/>
              <a:t>PLEASE ALWAYS CONTACT ME BEFORE PLACING YOUR ORDER!</a:t>
            </a:r>
            <a:endParaRPr lang="en-US" dirty="0"/>
          </a:p>
        </p:txBody>
      </p:sp>
      <p:sp>
        <p:nvSpPr>
          <p:cNvPr id="4" name="Slide Number Placeholder 3"/>
          <p:cNvSpPr>
            <a:spLocks noGrp="1"/>
          </p:cNvSpPr>
          <p:nvPr>
            <p:ph type="sldNum" sz="quarter" idx="12"/>
          </p:nvPr>
        </p:nvSpPr>
        <p:spPr/>
        <p:txBody>
          <a:bodyPr/>
          <a:lstStyle/>
          <a:p>
            <a:fld id="{7F8CBF50-853B-304C-BCA2-DB5146F0D4EA}" type="slidenum">
              <a:rPr lang="en-US" smtClean="0"/>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74320" y="136525"/>
            <a:ext cx="11704320" cy="6584950"/>
          </a:xfrm>
        </p:spPr>
        <p:txBody>
          <a:bodyPr>
            <a:normAutofit fontScale="70000" lnSpcReduction="20000"/>
          </a:bodyPr>
          <a:lstStyle/>
          <a:p>
            <a:pPr marL="0" indent="0">
              <a:buNone/>
            </a:pPr>
            <a:r>
              <a:rPr lang="en-US" dirty="0"/>
              <a:t>### Step-by-Step Analysis:</a:t>
            </a:r>
            <a:endParaRPr lang="en-US" dirty="0"/>
          </a:p>
          <a:p>
            <a:pPr marL="0" indent="0">
              <a:buNone/>
            </a:pPr>
            <a:r>
              <a:rPr lang="en-US" dirty="0"/>
              <a:t>#### **Planning**</a:t>
            </a:r>
            <a:endParaRPr lang="en-US" dirty="0"/>
          </a:p>
          <a:p>
            <a:pPr marL="0" indent="0">
              <a:buNone/>
            </a:pPr>
            <a:r>
              <a:rPr lang="en-US" dirty="0"/>
              <a:t>- The service description mentions discussing requirements with the client to define topics. This implies some level of brainstorming and organization of ideas, which aligns with the Planning stage.</a:t>
            </a:r>
            <a:endParaRPr lang="en-US" dirty="0"/>
          </a:p>
          <a:p>
            <a:pPr marL="0" indent="0">
              <a:buNone/>
            </a:pPr>
            <a:r>
              <a:rPr lang="en-US" dirty="0"/>
              <a:t>- The seller also requests a link to the client’s site or app to tailor the offer, suggesting </a:t>
            </a:r>
            <a:r>
              <a:rPr lang="en-US" dirty="0">
                <a:solidFill>
                  <a:schemeClr val="accent2"/>
                </a:solidFill>
              </a:rPr>
              <a:t>information gathering and understanding the context before writing</a:t>
            </a:r>
            <a:r>
              <a:rPr lang="en-US" dirty="0"/>
              <a:t>.</a:t>
            </a:r>
            <a:endParaRPr lang="en-US" dirty="0"/>
          </a:p>
          <a:p>
            <a:pPr marL="0" indent="0">
              <a:buNone/>
            </a:pPr>
            <a:r>
              <a:rPr lang="en-US" dirty="0"/>
              <a:t>- These elements indicate that the Planning stage is covered.</a:t>
            </a:r>
            <a:endParaRPr lang="en-US" dirty="0"/>
          </a:p>
          <a:p>
            <a:pPr marL="0" indent="0">
              <a:buNone/>
            </a:pPr>
            <a:r>
              <a:rPr lang="en-US" dirty="0"/>
              <a:t>**Output for Planning: 1**</a:t>
            </a:r>
            <a:endParaRPr lang="en-US" dirty="0"/>
          </a:p>
          <a:p>
            <a:pPr marL="0" indent="0">
              <a:buNone/>
            </a:pPr>
            <a:r>
              <a:rPr lang="en-US" dirty="0"/>
              <a:t>#### **Translating**</a:t>
            </a:r>
            <a:endParaRPr lang="en-US" dirty="0"/>
          </a:p>
          <a:p>
            <a:pPr marL="0" indent="0">
              <a:buNone/>
            </a:pPr>
            <a:r>
              <a:rPr lang="en-US" dirty="0"/>
              <a:t>- The service </a:t>
            </a:r>
            <a:r>
              <a:rPr lang="en-US" dirty="0">
                <a:solidFill>
                  <a:schemeClr val="accent2"/>
                </a:solidFill>
              </a:rPr>
              <a:t>explicitly states, "I will write the content," </a:t>
            </a:r>
            <a:r>
              <a:rPr lang="en-US" dirty="0"/>
              <a:t>which directly corresponds to the Translating stage. Writing content for FAQs, About Us pages, and other website copy involves expressing ideas in written form.</a:t>
            </a:r>
            <a:endParaRPr lang="en-US" dirty="0"/>
          </a:p>
          <a:p>
            <a:pPr marL="0" indent="0">
              <a:buNone/>
            </a:pPr>
            <a:r>
              <a:rPr lang="en-US" dirty="0"/>
              <a:t>- The description also specifies that the seller will produce content that is "clear and concise," further confirming the act of translating ideas into text.</a:t>
            </a:r>
            <a:endParaRPr lang="en-US" dirty="0"/>
          </a:p>
          <a:p>
            <a:pPr marL="0" indent="0">
              <a:buNone/>
            </a:pPr>
            <a:r>
              <a:rPr lang="en-US" dirty="0"/>
              <a:t>**Output for Translating: 1**</a:t>
            </a:r>
            <a:endParaRPr lang="en-US" dirty="0"/>
          </a:p>
          <a:p>
            <a:pPr marL="0" indent="0">
              <a:buNone/>
            </a:pPr>
            <a:r>
              <a:rPr lang="en-US" dirty="0"/>
              <a:t>#### **Editing**</a:t>
            </a:r>
            <a:endParaRPr lang="en-US" dirty="0"/>
          </a:p>
          <a:p>
            <a:pPr marL="0" indent="0">
              <a:buNone/>
            </a:pPr>
            <a:r>
              <a:rPr lang="en-US" dirty="0"/>
              <a:t>- There is no mention of revising, refining, or improving the written content after the initial draft is created. The service focuses on delivering written content but does not explicitly state that editing or proofreading is included.</a:t>
            </a:r>
            <a:endParaRPr lang="en-US" dirty="0"/>
          </a:p>
          <a:p>
            <a:pPr marL="0" indent="0">
              <a:buNone/>
            </a:pPr>
            <a:r>
              <a:rPr lang="en-US" dirty="0"/>
              <a:t>- While the seller may produce high-quality content, the absence of any reference to editing tasks means this stage is not explicitly covered.</a:t>
            </a:r>
            <a:endParaRPr lang="en-US" dirty="0"/>
          </a:p>
          <a:p>
            <a:pPr marL="0" indent="0">
              <a:buNone/>
            </a:pPr>
            <a:r>
              <a:rPr lang="en-US" dirty="0"/>
              <a:t>**Output for Editing: 0**</a:t>
            </a:r>
            <a:endParaRPr lang="en-US" dirty="0"/>
          </a:p>
        </p:txBody>
      </p:sp>
      <p:sp>
        <p:nvSpPr>
          <p:cNvPr id="4" name="Slide Number Placeholder 3"/>
          <p:cNvSpPr>
            <a:spLocks noGrp="1"/>
          </p:cNvSpPr>
          <p:nvPr>
            <p:ph type="sldNum" sz="quarter" idx="12"/>
          </p:nvPr>
        </p:nvSpPr>
        <p:spPr/>
        <p:txBody>
          <a:bodyPr/>
          <a:lstStyle/>
          <a:p>
            <a:fld id="{7F8CBF50-853B-304C-BCA2-DB5146F0D4EA}" type="slidenum">
              <a:rPr lang="en-US" smtClean="0"/>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p:spPr>
        <p:txBody>
          <a:bodyPr/>
          <a:lstStyle/>
          <a:p>
            <a:r>
              <a:rPr lang="en-US" dirty="0"/>
              <a:t>Python Program: </a:t>
            </a:r>
            <a:r>
              <a:rPr lang="en-US" dirty="0" err="1"/>
              <a:t>ft.py</a:t>
            </a:r>
            <a:endParaRPr lang="en-US" dirty="0"/>
          </a:p>
        </p:txBody>
      </p:sp>
      <p:sp>
        <p:nvSpPr>
          <p:cNvPr id="3" name="Content Placeholder 2"/>
          <p:cNvSpPr>
            <a:spLocks noGrp="1"/>
          </p:cNvSpPr>
          <p:nvPr>
            <p:ph idx="1"/>
          </p:nvPr>
        </p:nvSpPr>
        <p:spPr>
          <a:xfrm>
            <a:off x="838200" y="1825625"/>
            <a:ext cx="10515600" cy="4351338"/>
          </a:xfrm>
        </p:spPr>
        <p:txBody>
          <a:bodyPr/>
          <a:lstStyle/>
          <a:p>
            <a:r>
              <a:rPr lang="en-US" dirty="0" err="1"/>
              <a:t>generate_training_validation_sets</a:t>
            </a:r>
            <a:r>
              <a:rPr lang="en-US" dirty="0"/>
              <a:t>()</a:t>
            </a:r>
            <a:endParaRPr lang="en-US" dirty="0"/>
          </a:p>
          <a:p>
            <a:r>
              <a:rPr lang="en-US" dirty="0" err="1"/>
              <a:t>preliminary_check</a:t>
            </a:r>
            <a:r>
              <a:rPr lang="en-US" dirty="0"/>
              <a:t>()</a:t>
            </a:r>
            <a:endParaRPr lang="en-US" dirty="0"/>
          </a:p>
          <a:p>
            <a:r>
              <a:rPr lang="en-US" dirty="0" err="1"/>
              <a:t>validate_token_counts</a:t>
            </a:r>
            <a:r>
              <a:rPr lang="en-US" dirty="0"/>
              <a:t>()</a:t>
            </a:r>
            <a:endParaRPr lang="en-US" dirty="0"/>
          </a:p>
          <a:p>
            <a:r>
              <a:rPr lang="en-US" dirty="0" err="1"/>
              <a:t>classify_file</a:t>
            </a:r>
            <a:r>
              <a:rPr lang="en-US" dirty="0"/>
              <a:t>("./data/</a:t>
            </a:r>
            <a:r>
              <a:rPr lang="en-US" dirty="0" err="1"/>
              <a:t>ft_evaluation.xlsx</a:t>
            </a:r>
            <a:r>
              <a:rPr lang="en-US" dirty="0"/>
              <a:t>"): for both base and ft models</a:t>
            </a:r>
            <a:endParaRPr lang="en-US" dirty="0"/>
          </a:p>
          <a:p>
            <a:r>
              <a:rPr lang="en-US" dirty="0" err="1"/>
              <a:t>multi_label_eval</a:t>
            </a:r>
            <a:r>
              <a:rPr lang="en-US" dirty="0"/>
              <a:t>("./data/ft_evaluation_gpt-4o-mini.xlsx")</a:t>
            </a:r>
            <a:endParaRPr lang="en-US" dirty="0"/>
          </a:p>
          <a:p>
            <a:r>
              <a:rPr lang="en-US" dirty="0" err="1"/>
              <a:t>multi_label_eval</a:t>
            </a:r>
            <a:r>
              <a:rPr lang="en-US" dirty="0"/>
              <a:t>("./data/ft_evaluation_gpt-4o-mini-ft.xlsx")</a:t>
            </a:r>
            <a:endParaRPr lang="en-US" dirty="0"/>
          </a:p>
          <a:p>
            <a:endParaRPr lang="en-US" dirty="0"/>
          </a:p>
        </p:txBody>
      </p:sp>
      <p:sp>
        <p:nvSpPr>
          <p:cNvPr id="4" name="Slide Number Placeholder 3"/>
          <p:cNvSpPr>
            <a:spLocks noGrp="1"/>
          </p:cNvSpPr>
          <p:nvPr>
            <p:ph type="sldNum" sz="quarter" idx="12"/>
          </p:nvPr>
        </p:nvSpPr>
        <p:spPr>
          <a:xfrm>
            <a:off x="8610600" y="6356350"/>
            <a:ext cx="2743200" cy="365125"/>
          </a:xfrm>
        </p:spPr>
        <p:txBody>
          <a:bodyPr/>
          <a:lstStyle/>
          <a:p>
            <a:fld id="{7F8CBF50-853B-304C-BCA2-DB5146F0D4EA}" type="slidenum">
              <a:rPr lang="en-US" smtClean="0"/>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9" name="Content Placeholder 8"/>
          <p:cNvPicPr>
            <a:picLocks noGrp="1" noChangeAspect="1"/>
          </p:cNvPicPr>
          <p:nvPr>
            <p:ph idx="1"/>
          </p:nvPr>
        </p:nvPicPr>
        <p:blipFill>
          <a:blip r:embed="rId1"/>
          <a:stretch>
            <a:fillRect/>
          </a:stretch>
        </p:blipFill>
        <p:spPr>
          <a:xfrm>
            <a:off x="2381955" y="643466"/>
            <a:ext cx="7428090" cy="5571067"/>
          </a:xfrm>
          <a:prstGeom prst="rect">
            <a:avLst/>
          </a:prstGeom>
        </p:spPr>
      </p:pic>
      <p:sp>
        <p:nvSpPr>
          <p:cNvPr id="4" name="Slide Number Placeholder 3"/>
          <p:cNvSpPr>
            <a:spLocks noGrp="1"/>
          </p:cNvSpPr>
          <p:nvPr>
            <p:ph type="sldNum" sz="quarter" idx="12"/>
          </p:nvPr>
        </p:nvSpPr>
        <p:spPr>
          <a:xfrm>
            <a:off x="8610600" y="6356350"/>
            <a:ext cx="2743200" cy="365125"/>
          </a:xfrm>
        </p:spPr>
        <p:txBody>
          <a:bodyPr vert="horz" lIns="91440" tIns="45720" rIns="91440" bIns="45720" rtlCol="0" anchor="ctr">
            <a:normAutofit/>
          </a:bodyPr>
          <a:lstStyle/>
          <a:p>
            <a:pPr defTabSz="914400">
              <a:spcAft>
                <a:spcPts val="600"/>
              </a:spcAft>
            </a:pPr>
            <a:fld id="{7F8CBF50-853B-304C-BCA2-DB5146F0D4EA}" type="slidenum">
              <a:rPr lang="en-US" smtClean="0"/>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6" name="Content Placeholder 5"/>
          <p:cNvPicPr>
            <a:picLocks noGrp="1" noChangeAspect="1"/>
          </p:cNvPicPr>
          <p:nvPr>
            <p:ph idx="1"/>
          </p:nvPr>
        </p:nvPicPr>
        <p:blipFill>
          <a:blip r:embed="rId1"/>
          <a:stretch>
            <a:fillRect/>
          </a:stretch>
        </p:blipFill>
        <p:spPr>
          <a:xfrm>
            <a:off x="2227203" y="643466"/>
            <a:ext cx="7737594" cy="5571067"/>
          </a:xfrm>
          <a:prstGeom prst="rect">
            <a:avLst/>
          </a:prstGeom>
        </p:spPr>
      </p:pic>
      <p:sp>
        <p:nvSpPr>
          <p:cNvPr id="4" name="Slide Number Placeholder 3"/>
          <p:cNvSpPr>
            <a:spLocks noGrp="1"/>
          </p:cNvSpPr>
          <p:nvPr>
            <p:ph type="sldNum" sz="quarter" idx="12"/>
          </p:nvPr>
        </p:nvSpPr>
        <p:spPr>
          <a:xfrm>
            <a:off x="8610600" y="6356350"/>
            <a:ext cx="2743200" cy="365125"/>
          </a:xfrm>
        </p:spPr>
        <p:txBody>
          <a:bodyPr vert="horz" lIns="91440" tIns="45720" rIns="91440" bIns="45720" rtlCol="0" anchor="ctr">
            <a:normAutofit/>
          </a:bodyPr>
          <a:lstStyle/>
          <a:p>
            <a:pPr defTabSz="914400">
              <a:spcAft>
                <a:spcPts val="600"/>
              </a:spcAft>
            </a:pPr>
            <a:fld id="{7F8CBF50-853B-304C-BCA2-DB5146F0D4EA}" type="slidenum">
              <a:rPr lang="en-US" smtClean="0"/>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6" name="Content Placeholder 4"/>
          <p:cNvPicPr>
            <a:picLocks noGrp="1" noChangeAspect="1"/>
          </p:cNvPicPr>
          <p:nvPr>
            <p:ph idx="1"/>
          </p:nvPr>
        </p:nvPicPr>
        <p:blipFill>
          <a:blip r:embed="rId1"/>
          <a:stretch>
            <a:fillRect/>
          </a:stretch>
        </p:blipFill>
        <p:spPr>
          <a:xfrm>
            <a:off x="2240589" y="643466"/>
            <a:ext cx="7710822" cy="5571067"/>
          </a:xfrm>
          <a:prstGeom prst="rect">
            <a:avLst/>
          </a:prstGeom>
          <a:noFill/>
        </p:spPr>
      </p:pic>
      <p:sp>
        <p:nvSpPr>
          <p:cNvPr id="4" name="Slide Number Placeholder 3"/>
          <p:cNvSpPr>
            <a:spLocks noGrp="1"/>
          </p:cNvSpPr>
          <p:nvPr>
            <p:ph type="sldNum" sz="quarter" idx="12"/>
          </p:nvPr>
        </p:nvSpPr>
        <p:spPr>
          <a:xfrm>
            <a:off x="8610600" y="6356350"/>
            <a:ext cx="2743200" cy="365125"/>
          </a:xfrm>
        </p:spPr>
        <p:txBody>
          <a:bodyPr vert="horz" lIns="91440" tIns="45720" rIns="91440" bIns="45720" rtlCol="0" anchor="ctr">
            <a:normAutofit/>
          </a:bodyPr>
          <a:lstStyle/>
          <a:p>
            <a:pPr defTabSz="914400">
              <a:spcAft>
                <a:spcPts val="600"/>
              </a:spcAft>
            </a:pPr>
            <a:fld id="{7F8CBF50-853B-304C-BCA2-DB5146F0D4EA}" type="slidenum">
              <a:rPr lang="en-US" smtClean="0"/>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p:cNvPicPr>
            <a:picLocks noGrp="1" noChangeAspect="1"/>
          </p:cNvPicPr>
          <p:nvPr>
            <p:ph idx="1"/>
          </p:nvPr>
        </p:nvPicPr>
        <p:blipFill>
          <a:blip r:embed="rId1"/>
          <a:stretch>
            <a:fillRect/>
          </a:stretch>
        </p:blipFill>
        <p:spPr>
          <a:xfrm>
            <a:off x="2240589" y="643466"/>
            <a:ext cx="7710822" cy="5571067"/>
          </a:xfrm>
          <a:prstGeom prst="rect">
            <a:avLst/>
          </a:prstGeom>
        </p:spPr>
      </p:pic>
      <p:sp>
        <p:nvSpPr>
          <p:cNvPr id="4" name="Slide Number Placeholder 3"/>
          <p:cNvSpPr>
            <a:spLocks noGrp="1"/>
          </p:cNvSpPr>
          <p:nvPr>
            <p:ph type="sldNum" sz="quarter" idx="12"/>
          </p:nvPr>
        </p:nvSpPr>
        <p:spPr>
          <a:xfrm>
            <a:off x="8610600" y="6356350"/>
            <a:ext cx="2743200" cy="365125"/>
          </a:xfrm>
        </p:spPr>
        <p:txBody>
          <a:bodyPr vert="horz" lIns="91440" tIns="45720" rIns="91440" bIns="45720" rtlCol="0" anchor="ctr">
            <a:normAutofit/>
          </a:bodyPr>
          <a:lstStyle/>
          <a:p>
            <a:pPr defTabSz="914400">
              <a:spcAft>
                <a:spcPts val="600"/>
              </a:spcAft>
            </a:pPr>
            <a:fld id="{7F8CBF50-853B-304C-BCA2-DB5146F0D4EA}" type="slidenum">
              <a:rPr lang="en-US" smtClean="0"/>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4" name="Content Placeholder 13"/>
          <p:cNvPicPr>
            <a:picLocks noGrp="1" noChangeAspect="1"/>
          </p:cNvPicPr>
          <p:nvPr>
            <p:ph idx="1"/>
          </p:nvPr>
        </p:nvPicPr>
        <p:blipFill>
          <a:blip r:embed="rId1"/>
          <a:stretch>
            <a:fillRect/>
          </a:stretch>
        </p:blipFill>
        <p:spPr>
          <a:xfrm>
            <a:off x="2253885" y="643466"/>
            <a:ext cx="7684230" cy="5571067"/>
          </a:xfrm>
          <a:prstGeom prst="rect">
            <a:avLst/>
          </a:prstGeom>
        </p:spPr>
      </p:pic>
      <p:sp>
        <p:nvSpPr>
          <p:cNvPr id="4" name="Slide Number Placeholder 3" hidden="1"/>
          <p:cNvSpPr>
            <a:spLocks noGrp="1"/>
          </p:cNvSpPr>
          <p:nvPr>
            <p:ph type="sldNum" sz="quarter" idx="12"/>
          </p:nvPr>
        </p:nvSpPr>
        <p:spPr>
          <a:xfrm>
            <a:off x="8610600" y="6356350"/>
            <a:ext cx="2743200" cy="365125"/>
          </a:xfrm>
        </p:spPr>
        <p:txBody>
          <a:bodyPr/>
          <a:lstStyle/>
          <a:p>
            <a:pPr>
              <a:spcAft>
                <a:spcPts val="600"/>
              </a:spcAft>
            </a:pPr>
            <a:fld id="{7F8CBF50-853B-304C-BCA2-DB5146F0D4EA}" type="slidenum">
              <a:rPr lang="en-US" smtClean="0"/>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8" name="Content Placeholder 7"/>
          <p:cNvPicPr>
            <a:picLocks noGrp="1" noChangeAspect="1"/>
          </p:cNvPicPr>
          <p:nvPr>
            <p:ph idx="1"/>
          </p:nvPr>
        </p:nvPicPr>
        <p:blipFill>
          <a:blip r:embed="rId1"/>
          <a:stretch>
            <a:fillRect/>
          </a:stretch>
        </p:blipFill>
        <p:spPr>
          <a:xfrm>
            <a:off x="2227203" y="643466"/>
            <a:ext cx="7737594" cy="5571067"/>
          </a:xfrm>
          <a:prstGeom prst="rect">
            <a:avLst/>
          </a:prstGeom>
        </p:spPr>
      </p:pic>
      <p:sp>
        <p:nvSpPr>
          <p:cNvPr id="4" name="Slide Number Placeholder 3"/>
          <p:cNvSpPr>
            <a:spLocks noGrp="1"/>
          </p:cNvSpPr>
          <p:nvPr>
            <p:ph type="sldNum" sz="quarter" idx="12"/>
          </p:nvPr>
        </p:nvSpPr>
        <p:spPr>
          <a:xfrm>
            <a:off x="8610600" y="6356350"/>
            <a:ext cx="2743200" cy="365125"/>
          </a:xfrm>
        </p:spPr>
        <p:txBody>
          <a:bodyPr vert="horz" lIns="91440" tIns="45720" rIns="91440" bIns="45720" rtlCol="0" anchor="ctr">
            <a:normAutofit/>
          </a:bodyPr>
          <a:lstStyle/>
          <a:p>
            <a:pPr defTabSz="914400">
              <a:spcAft>
                <a:spcPts val="600"/>
              </a:spcAft>
            </a:pPr>
            <a:fld id="{7F8CBF50-853B-304C-BCA2-DB5146F0D4EA}" type="slidenum">
              <a:rPr lang="en-US" smtClean="0"/>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Content Placeholder 7"/>
          <p:cNvPicPr>
            <a:picLocks noGrp="1" noChangeAspect="1"/>
          </p:cNvPicPr>
          <p:nvPr>
            <p:ph idx="1"/>
          </p:nvPr>
        </p:nvPicPr>
        <p:blipFill>
          <a:blip r:embed="rId1"/>
          <a:stretch>
            <a:fillRect/>
          </a:stretch>
        </p:blipFill>
        <p:spPr>
          <a:xfrm>
            <a:off x="2195512" y="620649"/>
            <a:ext cx="7800976" cy="5616702"/>
          </a:xfrm>
          <a:prstGeom prst="rect">
            <a:avLst/>
          </a:prstGeom>
          <a:noFill/>
        </p:spPr>
      </p:pic>
      <p:sp>
        <p:nvSpPr>
          <p:cNvPr id="4" name="Slide Number Placeholder 3" hidden="1"/>
          <p:cNvSpPr>
            <a:spLocks noGrp="1"/>
          </p:cNvSpPr>
          <p:nvPr>
            <p:ph type="sldNum" sz="quarter" idx="12"/>
          </p:nvPr>
        </p:nvSpPr>
        <p:spPr/>
        <p:txBody>
          <a:bodyPr/>
          <a:lstStyle/>
          <a:p>
            <a:pPr>
              <a:spcAft>
                <a:spcPts val="600"/>
              </a:spcAft>
            </a:pPr>
            <a:fld id="{7F8CBF50-853B-304C-BCA2-DB5146F0D4EA}" type="slidenum">
              <a:rPr lang="en-US" smtClean="0"/>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p:cNvPicPr>
            <a:picLocks noGrp="1" noChangeAspect="1"/>
          </p:cNvPicPr>
          <p:nvPr>
            <p:ph idx="1"/>
          </p:nvPr>
        </p:nvPicPr>
        <p:blipFill>
          <a:blip r:embed="rId1"/>
          <a:stretch>
            <a:fillRect/>
          </a:stretch>
        </p:blipFill>
        <p:spPr>
          <a:xfrm>
            <a:off x="1550815" y="-5230"/>
            <a:ext cx="9090370" cy="6863230"/>
          </a:xfrm>
          <a:prstGeom prst="rect">
            <a:avLst/>
          </a:prstGeom>
          <a:noFill/>
        </p:spPr>
      </p:pic>
      <p:sp>
        <p:nvSpPr>
          <p:cNvPr id="4" name="Slide Number Placeholder 3" hidden="1"/>
          <p:cNvSpPr>
            <a:spLocks noGrp="1"/>
          </p:cNvSpPr>
          <p:nvPr>
            <p:ph type="sldNum" sz="quarter" idx="12"/>
          </p:nvPr>
        </p:nvSpPr>
        <p:spPr/>
        <p:txBody>
          <a:bodyPr/>
          <a:lstStyle/>
          <a:p>
            <a:pPr>
              <a:spcAft>
                <a:spcPts val="600"/>
              </a:spcAft>
            </a:pPr>
            <a:fld id="{7F8CBF50-853B-304C-BCA2-DB5146F0D4EA}" type="slidenum">
              <a:rPr lang="en-US" smtClean="0"/>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p:cNvPicPr>
            <a:picLocks noGrp="1" noChangeAspect="1"/>
          </p:cNvPicPr>
          <p:nvPr>
            <p:ph idx="1"/>
          </p:nvPr>
        </p:nvPicPr>
        <p:blipFill>
          <a:blip r:embed="rId1"/>
          <a:stretch>
            <a:fillRect/>
          </a:stretch>
        </p:blipFill>
        <p:spPr>
          <a:xfrm>
            <a:off x="1939636" y="0"/>
            <a:ext cx="8312727" cy="6858000"/>
          </a:xfrm>
          <a:prstGeom prst="rect">
            <a:avLst/>
          </a:prstGeom>
          <a:noFill/>
        </p:spPr>
      </p:pic>
      <p:sp>
        <p:nvSpPr>
          <p:cNvPr id="4" name="Slide Number Placeholder 3" hidden="1"/>
          <p:cNvSpPr>
            <a:spLocks noGrp="1"/>
          </p:cNvSpPr>
          <p:nvPr>
            <p:ph type="sldNum" sz="quarter" idx="12"/>
          </p:nvPr>
        </p:nvSpPr>
        <p:spPr/>
        <p:txBody>
          <a:bodyPr/>
          <a:lstStyle/>
          <a:p>
            <a:pPr>
              <a:spcAft>
                <a:spcPts val="600"/>
              </a:spcAft>
            </a:pPr>
            <a:fld id="{7F8CBF50-853B-304C-BCA2-DB5146F0D4EA}" type="slidenum">
              <a:rPr lang="en-US" smtClean="0"/>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p:cNvPicPr>
            <a:picLocks noGrp="1" noChangeAspect="1"/>
          </p:cNvPicPr>
          <p:nvPr>
            <p:ph idx="1"/>
          </p:nvPr>
        </p:nvPicPr>
        <p:blipFill>
          <a:blip r:embed="rId1"/>
          <a:stretch>
            <a:fillRect/>
          </a:stretch>
        </p:blipFill>
        <p:spPr>
          <a:xfrm>
            <a:off x="2446303" y="0"/>
            <a:ext cx="7299393" cy="6861430"/>
          </a:xfrm>
          <a:prstGeom prst="rect">
            <a:avLst/>
          </a:prstGeom>
          <a:noFill/>
        </p:spPr>
      </p:pic>
      <p:sp>
        <p:nvSpPr>
          <p:cNvPr id="4" name="Slide Number Placeholder 3" hidden="1"/>
          <p:cNvSpPr>
            <a:spLocks noGrp="1"/>
          </p:cNvSpPr>
          <p:nvPr>
            <p:ph type="sldNum" sz="quarter" idx="12"/>
          </p:nvPr>
        </p:nvSpPr>
        <p:spPr/>
        <p:txBody>
          <a:bodyPr/>
          <a:lstStyle/>
          <a:p>
            <a:pPr>
              <a:spcAft>
                <a:spcPts val="600"/>
              </a:spcAft>
            </a:pPr>
            <a:fld id="{7F8CBF50-853B-304C-BCA2-DB5146F0D4EA}" type="slidenum">
              <a:rPr lang="en-US" smtClean="0"/>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p:cNvPicPr>
            <a:picLocks noGrp="1" noChangeAspect="1"/>
          </p:cNvPicPr>
          <p:nvPr>
            <p:ph idx="1"/>
          </p:nvPr>
        </p:nvPicPr>
        <p:blipFill>
          <a:blip r:embed="rId1"/>
          <a:stretch>
            <a:fillRect/>
          </a:stretch>
        </p:blipFill>
        <p:spPr>
          <a:xfrm>
            <a:off x="0" y="121919"/>
            <a:ext cx="12192000" cy="6614161"/>
          </a:xfrm>
          <a:prstGeom prst="rect">
            <a:avLst/>
          </a:prstGeom>
          <a:noFill/>
        </p:spPr>
      </p:pic>
      <p:sp>
        <p:nvSpPr>
          <p:cNvPr id="4" name="Slide Number Placeholder 3" hidden="1"/>
          <p:cNvSpPr>
            <a:spLocks noGrp="1"/>
          </p:cNvSpPr>
          <p:nvPr>
            <p:ph type="sldNum" sz="quarter" idx="12"/>
          </p:nvPr>
        </p:nvSpPr>
        <p:spPr/>
        <p:txBody>
          <a:bodyPr/>
          <a:lstStyle/>
          <a:p>
            <a:pPr>
              <a:spcAft>
                <a:spcPts val="600"/>
              </a:spcAft>
            </a:pPr>
            <a:fld id="{7F8CBF50-853B-304C-BCA2-DB5146F0D4EA}" type="slidenum">
              <a:rPr lang="en-US" smtClean="0"/>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p:cNvPicPr>
            <a:picLocks noGrp="1" noChangeAspect="1"/>
          </p:cNvPicPr>
          <p:nvPr>
            <p:ph idx="1"/>
          </p:nvPr>
        </p:nvPicPr>
        <p:blipFill>
          <a:blip r:embed="rId1"/>
          <a:stretch>
            <a:fillRect/>
          </a:stretch>
        </p:blipFill>
        <p:spPr>
          <a:xfrm>
            <a:off x="2958467" y="0"/>
            <a:ext cx="6275066" cy="6858000"/>
          </a:xfrm>
          <a:prstGeom prst="rect">
            <a:avLst/>
          </a:prstGeom>
          <a:noFill/>
        </p:spPr>
      </p:pic>
      <p:sp>
        <p:nvSpPr>
          <p:cNvPr id="4" name="Slide Number Placeholder 3" hidden="1"/>
          <p:cNvSpPr>
            <a:spLocks noGrp="1"/>
          </p:cNvSpPr>
          <p:nvPr>
            <p:ph type="sldNum" sz="quarter" idx="12"/>
          </p:nvPr>
        </p:nvSpPr>
        <p:spPr/>
        <p:txBody>
          <a:bodyPr/>
          <a:lstStyle/>
          <a:p>
            <a:pPr>
              <a:spcAft>
                <a:spcPts val="600"/>
              </a:spcAft>
            </a:pPr>
            <a:fld id="{7F8CBF50-853B-304C-BCA2-DB5146F0D4EA}" type="slidenum">
              <a:rPr lang="en-US" smtClean="0"/>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3" name="Title 12"/>
          <p:cNvSpPr>
            <a:spLocks noGrp="1"/>
          </p:cNvSpPr>
          <p:nvPr>
            <p:ph type="title"/>
          </p:nvPr>
        </p:nvSpPr>
        <p:spPr/>
        <p:txBody>
          <a:bodyPr/>
          <a:lstStyle/>
          <a:p>
            <a:r>
              <a:rPr lang="en-US" dirty="0" err="1"/>
              <a:t>ft_evaluation.xlsx</a:t>
            </a:r>
            <a:r>
              <a:rPr lang="en-US" dirty="0"/>
              <a:t> Data Distribution</a:t>
            </a:r>
            <a:endParaRPr lang="en-US" dirty="0"/>
          </a:p>
        </p:txBody>
      </p:sp>
      <p:graphicFrame>
        <p:nvGraphicFramePr>
          <p:cNvPr id="5" name="Content Placeholder 4"/>
          <p:cNvGraphicFramePr>
            <a:graphicFrameLocks noGrp="1"/>
          </p:cNvGraphicFramePr>
          <p:nvPr>
            <p:ph idx="1"/>
          </p:nvPr>
        </p:nvGraphicFramePr>
        <p:xfrm>
          <a:off x="838200" y="1825625"/>
          <a:ext cx="10515601" cy="4352544"/>
        </p:xfrm>
        <a:graphic>
          <a:graphicData uri="http://schemas.openxmlformats.org/drawingml/2006/table">
            <a:tbl>
              <a:tblPr/>
              <a:tblGrid>
                <a:gridCol w="2572720"/>
                <a:gridCol w="3135599"/>
                <a:gridCol w="2403641"/>
                <a:gridCol w="2403641"/>
              </a:tblGrid>
              <a:tr h="483616">
                <a:tc>
                  <a:txBody>
                    <a:bodyPr/>
                    <a:lstStyle/>
                    <a:p>
                      <a:pPr algn="ctr" fontAlgn="b"/>
                      <a:r>
                        <a:rPr lang="en-US" sz="2600" b="1" i="0" u="none" strike="noStrike" dirty="0">
                          <a:solidFill>
                            <a:srgbClr val="242424"/>
                          </a:solidFill>
                          <a:effectLst/>
                          <a:latin typeface="+mn-lt"/>
                        </a:rPr>
                        <a:t>Planning</a:t>
                      </a:r>
                      <a:endParaRPr lang="en-US" sz="3400" b="0" i="0" u="none" strike="noStrike" dirty="0">
                        <a:effectLst/>
                        <a:latin typeface="+mn-lt"/>
                      </a:endParaRPr>
                    </a:p>
                  </a:txBody>
                  <a:tcPr marL="17754" marR="17754" marT="17754" marB="0" anchor="b">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b"/>
                      <a:r>
                        <a:rPr lang="en-US" sz="2600" b="1" i="0" u="none" strike="noStrike" dirty="0">
                          <a:solidFill>
                            <a:srgbClr val="242424"/>
                          </a:solidFill>
                          <a:effectLst/>
                          <a:latin typeface="+mn-lt"/>
                        </a:rPr>
                        <a:t>Translating</a:t>
                      </a:r>
                      <a:endParaRPr lang="en-US" sz="3400" b="0" i="0" u="none" strike="noStrike" dirty="0">
                        <a:effectLst/>
                        <a:latin typeface="+mn-lt"/>
                      </a:endParaRPr>
                    </a:p>
                  </a:txBody>
                  <a:tcPr marL="17754" marR="17754" marT="17754" marB="0" anchor="b">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b"/>
                      <a:r>
                        <a:rPr lang="en-US" sz="2600" b="1" i="0" u="none" strike="noStrike" dirty="0">
                          <a:solidFill>
                            <a:srgbClr val="242424"/>
                          </a:solidFill>
                          <a:effectLst/>
                          <a:latin typeface="+mn-lt"/>
                        </a:rPr>
                        <a:t>Editing</a:t>
                      </a:r>
                      <a:endParaRPr lang="en-US" sz="3400" b="0" i="0" u="none" strike="noStrike" dirty="0">
                        <a:effectLst/>
                        <a:latin typeface="+mn-lt"/>
                      </a:endParaRPr>
                    </a:p>
                  </a:txBody>
                  <a:tcPr marL="17754" marR="17754" marT="17754" marB="0" anchor="b">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b"/>
                      <a:r>
                        <a:rPr lang="en-US" sz="2600" b="1" i="0" u="none" strike="noStrike" dirty="0">
                          <a:solidFill>
                            <a:srgbClr val="242424"/>
                          </a:solidFill>
                          <a:effectLst/>
                          <a:latin typeface="+mn-lt"/>
                        </a:rPr>
                        <a:t>Count</a:t>
                      </a:r>
                      <a:endParaRPr lang="en-US" sz="3400" b="0" i="0" u="none" strike="noStrike" dirty="0">
                        <a:effectLst/>
                        <a:latin typeface="+mn-lt"/>
                      </a:endParaRPr>
                    </a:p>
                  </a:txBody>
                  <a:tcPr marL="17754" marR="17754" marT="17754" marB="0" anchor="b">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r h="483616">
                <a:tc>
                  <a:txBody>
                    <a:bodyPr/>
                    <a:lstStyle/>
                    <a:p>
                      <a:pPr algn="ctr" fontAlgn="b"/>
                      <a:r>
                        <a:rPr lang="en-US" sz="2600" b="0" i="0" u="none" strike="noStrike" dirty="0">
                          <a:solidFill>
                            <a:srgbClr val="242424"/>
                          </a:solidFill>
                          <a:effectLst/>
                          <a:latin typeface="+mn-lt"/>
                        </a:rPr>
                        <a:t>0</a:t>
                      </a:r>
                      <a:endParaRPr lang="en-US" sz="3400" b="0" i="0" u="none" strike="noStrike" dirty="0">
                        <a:effectLst/>
                        <a:latin typeface="+mn-lt"/>
                      </a:endParaRPr>
                    </a:p>
                  </a:txBody>
                  <a:tcPr marL="17754" marR="17754" marT="17754" marB="0" anchor="b">
                    <a:lnL>
                      <a:noFill/>
                    </a:lnL>
                    <a:lnR>
                      <a:noFill/>
                    </a:lnR>
                    <a:lnT w="12700" cap="flat" cmpd="sng" algn="ctr">
                      <a:solidFill>
                        <a:schemeClr val="tx1"/>
                      </a:solidFill>
                      <a:prstDash val="solid"/>
                      <a:round/>
                      <a:headEnd type="none" w="med" len="med"/>
                      <a:tailEnd type="none" w="med" len="med"/>
                    </a:lnT>
                    <a:lnB>
                      <a:noFill/>
                    </a:lnB>
                    <a:noFill/>
                  </a:tcPr>
                </a:tc>
                <a:tc>
                  <a:txBody>
                    <a:bodyPr/>
                    <a:lstStyle/>
                    <a:p>
                      <a:pPr algn="ctr" fontAlgn="b"/>
                      <a:r>
                        <a:rPr lang="en-US" sz="2600" b="0" i="0" u="none" strike="noStrike" dirty="0">
                          <a:solidFill>
                            <a:srgbClr val="242424"/>
                          </a:solidFill>
                          <a:effectLst/>
                          <a:latin typeface="+mn-lt"/>
                        </a:rPr>
                        <a:t>0</a:t>
                      </a:r>
                      <a:endParaRPr lang="en-US" sz="3400" b="0" i="0" u="none" strike="noStrike" dirty="0">
                        <a:effectLst/>
                        <a:latin typeface="+mn-lt"/>
                      </a:endParaRPr>
                    </a:p>
                  </a:txBody>
                  <a:tcPr marL="17754" marR="17754" marT="17754" marB="0" anchor="b">
                    <a:lnL>
                      <a:noFill/>
                    </a:lnL>
                    <a:lnR>
                      <a:noFill/>
                    </a:lnR>
                    <a:lnT w="12700" cap="flat" cmpd="sng" algn="ctr">
                      <a:solidFill>
                        <a:schemeClr val="tx1"/>
                      </a:solidFill>
                      <a:prstDash val="solid"/>
                      <a:round/>
                      <a:headEnd type="none" w="med" len="med"/>
                      <a:tailEnd type="none" w="med" len="med"/>
                    </a:lnT>
                    <a:lnB>
                      <a:noFill/>
                    </a:lnB>
                    <a:noFill/>
                  </a:tcPr>
                </a:tc>
                <a:tc>
                  <a:txBody>
                    <a:bodyPr/>
                    <a:lstStyle/>
                    <a:p>
                      <a:pPr algn="ctr" fontAlgn="b"/>
                      <a:r>
                        <a:rPr lang="en-US" sz="2600" b="0" i="0" u="none" strike="noStrike">
                          <a:solidFill>
                            <a:srgbClr val="242424"/>
                          </a:solidFill>
                          <a:effectLst/>
                          <a:latin typeface="+mn-lt"/>
                        </a:rPr>
                        <a:t>0</a:t>
                      </a:r>
                      <a:endParaRPr lang="en-US" sz="3400" b="0" i="0" u="none" strike="noStrike">
                        <a:effectLst/>
                        <a:latin typeface="+mn-lt"/>
                      </a:endParaRPr>
                    </a:p>
                  </a:txBody>
                  <a:tcPr marL="17754" marR="17754" marT="17754" marB="0" anchor="b">
                    <a:lnL>
                      <a:noFill/>
                    </a:lnL>
                    <a:lnR>
                      <a:noFill/>
                    </a:lnR>
                    <a:lnT w="12700" cap="flat" cmpd="sng" algn="ctr">
                      <a:solidFill>
                        <a:schemeClr val="tx1"/>
                      </a:solidFill>
                      <a:prstDash val="solid"/>
                      <a:round/>
                      <a:headEnd type="none" w="med" len="med"/>
                      <a:tailEnd type="none" w="med" len="med"/>
                    </a:lnT>
                    <a:lnB>
                      <a:noFill/>
                    </a:lnB>
                    <a:noFill/>
                  </a:tcPr>
                </a:tc>
                <a:tc>
                  <a:txBody>
                    <a:bodyPr/>
                    <a:lstStyle/>
                    <a:p>
                      <a:pPr algn="ctr" fontAlgn="b"/>
                      <a:r>
                        <a:rPr lang="en-US" sz="2600" b="0" i="0" u="none" strike="noStrike">
                          <a:solidFill>
                            <a:srgbClr val="242424"/>
                          </a:solidFill>
                          <a:effectLst/>
                          <a:latin typeface="+mn-lt"/>
                        </a:rPr>
                        <a:t>20</a:t>
                      </a:r>
                      <a:endParaRPr lang="en-US" sz="3400" b="0" i="0" u="none" strike="noStrike">
                        <a:effectLst/>
                        <a:latin typeface="+mn-lt"/>
                      </a:endParaRPr>
                    </a:p>
                  </a:txBody>
                  <a:tcPr marL="17754" marR="17754" marT="17754" marB="0" anchor="b">
                    <a:lnL>
                      <a:noFill/>
                    </a:lnL>
                    <a:lnR>
                      <a:noFill/>
                    </a:lnR>
                    <a:lnT w="12700" cap="flat" cmpd="sng" algn="ctr">
                      <a:solidFill>
                        <a:schemeClr val="tx1"/>
                      </a:solidFill>
                      <a:prstDash val="solid"/>
                      <a:round/>
                      <a:headEnd type="none" w="med" len="med"/>
                      <a:tailEnd type="none" w="med" len="med"/>
                    </a:lnT>
                    <a:lnB>
                      <a:noFill/>
                    </a:lnB>
                    <a:noFill/>
                  </a:tcPr>
                </a:tc>
              </a:tr>
              <a:tr h="483616">
                <a:tc>
                  <a:txBody>
                    <a:bodyPr/>
                    <a:lstStyle/>
                    <a:p>
                      <a:pPr algn="ctr" fontAlgn="b"/>
                      <a:r>
                        <a:rPr lang="en-US" sz="2600" b="0" i="0" u="none" strike="noStrike" dirty="0">
                          <a:solidFill>
                            <a:srgbClr val="242424"/>
                          </a:solidFill>
                          <a:effectLst/>
                          <a:latin typeface="+mn-lt"/>
                        </a:rPr>
                        <a:t>0</a:t>
                      </a:r>
                      <a:endParaRPr lang="en-US" sz="3400" b="0" i="0" u="none" strike="noStrike" dirty="0">
                        <a:effectLst/>
                        <a:latin typeface="+mn-lt"/>
                      </a:endParaRPr>
                    </a:p>
                  </a:txBody>
                  <a:tcPr marL="17754" marR="17754" marT="17754" marB="0" anchor="b">
                    <a:lnL>
                      <a:noFill/>
                    </a:lnL>
                    <a:lnR>
                      <a:noFill/>
                    </a:lnR>
                    <a:lnT>
                      <a:noFill/>
                    </a:lnT>
                    <a:lnB>
                      <a:noFill/>
                    </a:lnB>
                    <a:noFill/>
                  </a:tcPr>
                </a:tc>
                <a:tc>
                  <a:txBody>
                    <a:bodyPr/>
                    <a:lstStyle/>
                    <a:p>
                      <a:pPr algn="ctr" fontAlgn="b"/>
                      <a:r>
                        <a:rPr lang="en-US" sz="2600" b="0" i="0" u="none" strike="noStrike" dirty="0">
                          <a:solidFill>
                            <a:srgbClr val="242424"/>
                          </a:solidFill>
                          <a:effectLst/>
                          <a:latin typeface="+mn-lt"/>
                        </a:rPr>
                        <a:t>0</a:t>
                      </a:r>
                      <a:endParaRPr lang="en-US" sz="3400" b="0" i="0" u="none" strike="noStrike" dirty="0">
                        <a:effectLst/>
                        <a:latin typeface="+mn-lt"/>
                      </a:endParaRPr>
                    </a:p>
                  </a:txBody>
                  <a:tcPr marL="17754" marR="17754" marT="17754" marB="0" anchor="b">
                    <a:lnL>
                      <a:noFill/>
                    </a:lnL>
                    <a:lnR>
                      <a:noFill/>
                    </a:lnR>
                    <a:lnT>
                      <a:noFill/>
                    </a:lnT>
                    <a:lnB>
                      <a:noFill/>
                    </a:lnB>
                    <a:noFill/>
                  </a:tcPr>
                </a:tc>
                <a:tc>
                  <a:txBody>
                    <a:bodyPr/>
                    <a:lstStyle/>
                    <a:p>
                      <a:pPr algn="ctr" fontAlgn="b"/>
                      <a:r>
                        <a:rPr lang="en-US" sz="2600" b="0" i="0" u="none" strike="noStrike" dirty="0">
                          <a:solidFill>
                            <a:srgbClr val="242424"/>
                          </a:solidFill>
                          <a:effectLst/>
                          <a:latin typeface="+mn-lt"/>
                        </a:rPr>
                        <a:t>1</a:t>
                      </a:r>
                      <a:endParaRPr lang="en-US" sz="3400" b="0" i="0" u="none" strike="noStrike" dirty="0">
                        <a:effectLst/>
                        <a:latin typeface="+mn-lt"/>
                      </a:endParaRPr>
                    </a:p>
                  </a:txBody>
                  <a:tcPr marL="17754" marR="17754" marT="17754" marB="0" anchor="b">
                    <a:lnL>
                      <a:noFill/>
                    </a:lnL>
                    <a:lnR>
                      <a:noFill/>
                    </a:lnR>
                    <a:lnT>
                      <a:noFill/>
                    </a:lnT>
                    <a:lnB>
                      <a:noFill/>
                    </a:lnB>
                    <a:noFill/>
                  </a:tcPr>
                </a:tc>
                <a:tc>
                  <a:txBody>
                    <a:bodyPr/>
                    <a:lstStyle/>
                    <a:p>
                      <a:pPr algn="ctr" fontAlgn="b"/>
                      <a:r>
                        <a:rPr lang="en-US" sz="2600" b="0" i="0" u="none" strike="noStrike">
                          <a:solidFill>
                            <a:srgbClr val="242424"/>
                          </a:solidFill>
                          <a:effectLst/>
                          <a:latin typeface="+mn-lt"/>
                        </a:rPr>
                        <a:t>56</a:t>
                      </a:r>
                      <a:endParaRPr lang="en-US" sz="3400" b="0" i="0" u="none" strike="noStrike">
                        <a:effectLst/>
                        <a:latin typeface="+mn-lt"/>
                      </a:endParaRPr>
                    </a:p>
                  </a:txBody>
                  <a:tcPr marL="17754" marR="17754" marT="17754" marB="0" anchor="b">
                    <a:lnL>
                      <a:noFill/>
                    </a:lnL>
                    <a:lnR>
                      <a:noFill/>
                    </a:lnR>
                    <a:lnT>
                      <a:noFill/>
                    </a:lnT>
                    <a:lnB>
                      <a:noFill/>
                    </a:lnB>
                    <a:noFill/>
                  </a:tcPr>
                </a:tc>
              </a:tr>
              <a:tr h="483616">
                <a:tc>
                  <a:txBody>
                    <a:bodyPr/>
                    <a:lstStyle/>
                    <a:p>
                      <a:pPr algn="ctr" fontAlgn="b"/>
                      <a:r>
                        <a:rPr lang="en-US" sz="2600" b="0" i="0" u="none" strike="noStrike">
                          <a:solidFill>
                            <a:srgbClr val="242424"/>
                          </a:solidFill>
                          <a:effectLst/>
                          <a:latin typeface="+mn-lt"/>
                        </a:rPr>
                        <a:t>0</a:t>
                      </a:r>
                      <a:endParaRPr lang="en-US" sz="3400" b="0" i="0" u="none" strike="noStrike">
                        <a:effectLst/>
                        <a:latin typeface="+mn-lt"/>
                      </a:endParaRPr>
                    </a:p>
                  </a:txBody>
                  <a:tcPr marL="17754" marR="17754" marT="17754" marB="0" anchor="b">
                    <a:lnL>
                      <a:noFill/>
                    </a:lnL>
                    <a:lnR>
                      <a:noFill/>
                    </a:lnR>
                    <a:lnT>
                      <a:noFill/>
                    </a:lnT>
                    <a:lnB>
                      <a:noFill/>
                    </a:lnB>
                    <a:noFill/>
                  </a:tcPr>
                </a:tc>
                <a:tc>
                  <a:txBody>
                    <a:bodyPr/>
                    <a:lstStyle/>
                    <a:p>
                      <a:pPr algn="ctr" fontAlgn="b"/>
                      <a:r>
                        <a:rPr lang="en-US" sz="2600" b="0" i="0" u="none" strike="noStrike" dirty="0">
                          <a:solidFill>
                            <a:srgbClr val="242424"/>
                          </a:solidFill>
                          <a:effectLst/>
                          <a:latin typeface="+mn-lt"/>
                        </a:rPr>
                        <a:t>1</a:t>
                      </a:r>
                      <a:endParaRPr lang="en-US" sz="3400" b="0" i="0" u="none" strike="noStrike" dirty="0">
                        <a:effectLst/>
                        <a:latin typeface="+mn-lt"/>
                      </a:endParaRPr>
                    </a:p>
                  </a:txBody>
                  <a:tcPr marL="17754" marR="17754" marT="17754" marB="0" anchor="b">
                    <a:lnL>
                      <a:noFill/>
                    </a:lnL>
                    <a:lnR>
                      <a:noFill/>
                    </a:lnR>
                    <a:lnT>
                      <a:noFill/>
                    </a:lnT>
                    <a:lnB>
                      <a:noFill/>
                    </a:lnB>
                    <a:noFill/>
                  </a:tcPr>
                </a:tc>
                <a:tc>
                  <a:txBody>
                    <a:bodyPr/>
                    <a:lstStyle/>
                    <a:p>
                      <a:pPr algn="ctr" fontAlgn="b"/>
                      <a:r>
                        <a:rPr lang="en-US" sz="2600" b="0" i="0" u="none" strike="noStrike" dirty="0">
                          <a:solidFill>
                            <a:srgbClr val="242424"/>
                          </a:solidFill>
                          <a:effectLst/>
                          <a:latin typeface="+mn-lt"/>
                        </a:rPr>
                        <a:t>0</a:t>
                      </a:r>
                      <a:endParaRPr lang="en-US" sz="3400" b="0" i="0" u="none" strike="noStrike" dirty="0">
                        <a:effectLst/>
                        <a:latin typeface="+mn-lt"/>
                      </a:endParaRPr>
                    </a:p>
                  </a:txBody>
                  <a:tcPr marL="17754" marR="17754" marT="17754" marB="0" anchor="b">
                    <a:lnL>
                      <a:noFill/>
                    </a:lnL>
                    <a:lnR>
                      <a:noFill/>
                    </a:lnR>
                    <a:lnT>
                      <a:noFill/>
                    </a:lnT>
                    <a:lnB>
                      <a:noFill/>
                    </a:lnB>
                    <a:noFill/>
                  </a:tcPr>
                </a:tc>
                <a:tc>
                  <a:txBody>
                    <a:bodyPr/>
                    <a:lstStyle/>
                    <a:p>
                      <a:pPr algn="ctr" fontAlgn="b"/>
                      <a:r>
                        <a:rPr lang="en-US" sz="2600" b="0" i="0" u="none" strike="noStrike">
                          <a:solidFill>
                            <a:srgbClr val="242424"/>
                          </a:solidFill>
                          <a:effectLst/>
                          <a:latin typeface="+mn-lt"/>
                        </a:rPr>
                        <a:t>148</a:t>
                      </a:r>
                      <a:endParaRPr lang="en-US" sz="3400" b="0" i="0" u="none" strike="noStrike">
                        <a:effectLst/>
                        <a:latin typeface="+mn-lt"/>
                      </a:endParaRPr>
                    </a:p>
                  </a:txBody>
                  <a:tcPr marL="17754" marR="17754" marT="17754" marB="0" anchor="b">
                    <a:lnL>
                      <a:noFill/>
                    </a:lnL>
                    <a:lnR>
                      <a:noFill/>
                    </a:lnR>
                    <a:lnT>
                      <a:noFill/>
                    </a:lnT>
                    <a:lnB>
                      <a:noFill/>
                    </a:lnB>
                    <a:noFill/>
                  </a:tcPr>
                </a:tc>
              </a:tr>
              <a:tr h="483616">
                <a:tc>
                  <a:txBody>
                    <a:bodyPr/>
                    <a:lstStyle/>
                    <a:p>
                      <a:pPr algn="ctr" fontAlgn="b"/>
                      <a:r>
                        <a:rPr lang="en-US" sz="2600" b="0" i="0" u="none" strike="noStrike">
                          <a:solidFill>
                            <a:srgbClr val="242424"/>
                          </a:solidFill>
                          <a:effectLst/>
                          <a:latin typeface="+mn-lt"/>
                        </a:rPr>
                        <a:t>0</a:t>
                      </a:r>
                      <a:endParaRPr lang="en-US" sz="3400" b="0" i="0" u="none" strike="noStrike">
                        <a:effectLst/>
                        <a:latin typeface="+mn-lt"/>
                      </a:endParaRPr>
                    </a:p>
                  </a:txBody>
                  <a:tcPr marL="17754" marR="17754" marT="17754" marB="0" anchor="b">
                    <a:lnL>
                      <a:noFill/>
                    </a:lnL>
                    <a:lnR>
                      <a:noFill/>
                    </a:lnR>
                    <a:lnT>
                      <a:noFill/>
                    </a:lnT>
                    <a:lnB>
                      <a:noFill/>
                    </a:lnB>
                    <a:noFill/>
                  </a:tcPr>
                </a:tc>
                <a:tc>
                  <a:txBody>
                    <a:bodyPr/>
                    <a:lstStyle/>
                    <a:p>
                      <a:pPr algn="ctr" fontAlgn="b"/>
                      <a:r>
                        <a:rPr lang="en-US" sz="2600" b="0" i="0" u="none" strike="noStrike">
                          <a:solidFill>
                            <a:srgbClr val="242424"/>
                          </a:solidFill>
                          <a:effectLst/>
                          <a:latin typeface="+mn-lt"/>
                        </a:rPr>
                        <a:t>1</a:t>
                      </a:r>
                      <a:endParaRPr lang="en-US" sz="3400" b="0" i="0" u="none" strike="noStrike">
                        <a:effectLst/>
                        <a:latin typeface="+mn-lt"/>
                      </a:endParaRPr>
                    </a:p>
                  </a:txBody>
                  <a:tcPr marL="17754" marR="17754" marT="17754" marB="0" anchor="b">
                    <a:lnL>
                      <a:noFill/>
                    </a:lnL>
                    <a:lnR>
                      <a:noFill/>
                    </a:lnR>
                    <a:lnT>
                      <a:noFill/>
                    </a:lnT>
                    <a:lnB>
                      <a:noFill/>
                    </a:lnB>
                    <a:noFill/>
                  </a:tcPr>
                </a:tc>
                <a:tc>
                  <a:txBody>
                    <a:bodyPr/>
                    <a:lstStyle/>
                    <a:p>
                      <a:pPr algn="ctr" fontAlgn="b"/>
                      <a:r>
                        <a:rPr lang="en-US" sz="2600" b="0" i="0" u="none" strike="noStrike" dirty="0">
                          <a:solidFill>
                            <a:srgbClr val="242424"/>
                          </a:solidFill>
                          <a:effectLst/>
                          <a:latin typeface="+mn-lt"/>
                        </a:rPr>
                        <a:t>1</a:t>
                      </a:r>
                      <a:endParaRPr lang="en-US" sz="3400" b="0" i="0" u="none" strike="noStrike" dirty="0">
                        <a:effectLst/>
                        <a:latin typeface="+mn-lt"/>
                      </a:endParaRPr>
                    </a:p>
                  </a:txBody>
                  <a:tcPr marL="17754" marR="17754" marT="17754" marB="0" anchor="b">
                    <a:lnL>
                      <a:noFill/>
                    </a:lnL>
                    <a:lnR>
                      <a:noFill/>
                    </a:lnR>
                    <a:lnT>
                      <a:noFill/>
                    </a:lnT>
                    <a:lnB>
                      <a:noFill/>
                    </a:lnB>
                    <a:noFill/>
                  </a:tcPr>
                </a:tc>
                <a:tc>
                  <a:txBody>
                    <a:bodyPr/>
                    <a:lstStyle/>
                    <a:p>
                      <a:pPr algn="ctr" fontAlgn="b"/>
                      <a:r>
                        <a:rPr lang="en-US" sz="2600" b="0" i="0" u="none" strike="noStrike">
                          <a:solidFill>
                            <a:srgbClr val="242424"/>
                          </a:solidFill>
                          <a:effectLst/>
                          <a:latin typeface="+mn-lt"/>
                        </a:rPr>
                        <a:t>95</a:t>
                      </a:r>
                      <a:endParaRPr lang="en-US" sz="3400" b="0" i="0" u="none" strike="noStrike">
                        <a:effectLst/>
                        <a:latin typeface="+mn-lt"/>
                      </a:endParaRPr>
                    </a:p>
                  </a:txBody>
                  <a:tcPr marL="17754" marR="17754" marT="17754" marB="0" anchor="b">
                    <a:lnL>
                      <a:noFill/>
                    </a:lnL>
                    <a:lnR>
                      <a:noFill/>
                    </a:lnR>
                    <a:lnT>
                      <a:noFill/>
                    </a:lnT>
                    <a:lnB>
                      <a:noFill/>
                    </a:lnB>
                    <a:noFill/>
                  </a:tcPr>
                </a:tc>
              </a:tr>
              <a:tr h="483616">
                <a:tc>
                  <a:txBody>
                    <a:bodyPr/>
                    <a:lstStyle/>
                    <a:p>
                      <a:pPr algn="ctr" fontAlgn="b"/>
                      <a:r>
                        <a:rPr lang="en-US" sz="2600" b="0" i="0" u="none" strike="noStrike">
                          <a:solidFill>
                            <a:srgbClr val="242424"/>
                          </a:solidFill>
                          <a:effectLst/>
                          <a:latin typeface="+mn-lt"/>
                        </a:rPr>
                        <a:t>1</a:t>
                      </a:r>
                      <a:endParaRPr lang="en-US" sz="3400" b="0" i="0" u="none" strike="noStrike">
                        <a:effectLst/>
                        <a:latin typeface="+mn-lt"/>
                      </a:endParaRPr>
                    </a:p>
                  </a:txBody>
                  <a:tcPr marL="17754" marR="17754" marT="17754" marB="0" anchor="b">
                    <a:lnL>
                      <a:noFill/>
                    </a:lnL>
                    <a:lnR>
                      <a:noFill/>
                    </a:lnR>
                    <a:lnT>
                      <a:noFill/>
                    </a:lnT>
                    <a:lnB>
                      <a:noFill/>
                    </a:lnB>
                    <a:noFill/>
                  </a:tcPr>
                </a:tc>
                <a:tc>
                  <a:txBody>
                    <a:bodyPr/>
                    <a:lstStyle/>
                    <a:p>
                      <a:pPr algn="ctr" fontAlgn="b"/>
                      <a:r>
                        <a:rPr lang="en-US" sz="2600" b="0" i="0" u="none" strike="noStrike">
                          <a:solidFill>
                            <a:srgbClr val="242424"/>
                          </a:solidFill>
                          <a:effectLst/>
                          <a:latin typeface="+mn-lt"/>
                        </a:rPr>
                        <a:t>0</a:t>
                      </a:r>
                      <a:endParaRPr lang="en-US" sz="3400" b="0" i="0" u="none" strike="noStrike">
                        <a:effectLst/>
                        <a:latin typeface="+mn-lt"/>
                      </a:endParaRPr>
                    </a:p>
                  </a:txBody>
                  <a:tcPr marL="17754" marR="17754" marT="17754" marB="0" anchor="b">
                    <a:lnL>
                      <a:noFill/>
                    </a:lnL>
                    <a:lnR>
                      <a:noFill/>
                    </a:lnR>
                    <a:lnT>
                      <a:noFill/>
                    </a:lnT>
                    <a:lnB>
                      <a:noFill/>
                    </a:lnB>
                    <a:noFill/>
                  </a:tcPr>
                </a:tc>
                <a:tc>
                  <a:txBody>
                    <a:bodyPr/>
                    <a:lstStyle/>
                    <a:p>
                      <a:pPr algn="ctr" fontAlgn="b"/>
                      <a:r>
                        <a:rPr lang="en-US" sz="2600" b="0" i="0" u="none" strike="noStrike" dirty="0">
                          <a:solidFill>
                            <a:srgbClr val="242424"/>
                          </a:solidFill>
                          <a:effectLst/>
                          <a:latin typeface="+mn-lt"/>
                        </a:rPr>
                        <a:t>0</a:t>
                      </a:r>
                      <a:endParaRPr lang="en-US" sz="3400" b="0" i="0" u="none" strike="noStrike" dirty="0">
                        <a:effectLst/>
                        <a:latin typeface="+mn-lt"/>
                      </a:endParaRPr>
                    </a:p>
                  </a:txBody>
                  <a:tcPr marL="17754" marR="17754" marT="17754" marB="0" anchor="b">
                    <a:lnL>
                      <a:noFill/>
                    </a:lnL>
                    <a:lnR>
                      <a:noFill/>
                    </a:lnR>
                    <a:lnT>
                      <a:noFill/>
                    </a:lnT>
                    <a:lnB>
                      <a:noFill/>
                    </a:lnB>
                    <a:noFill/>
                  </a:tcPr>
                </a:tc>
                <a:tc>
                  <a:txBody>
                    <a:bodyPr/>
                    <a:lstStyle/>
                    <a:p>
                      <a:pPr algn="ctr" fontAlgn="b"/>
                      <a:r>
                        <a:rPr lang="en-US" sz="2600" b="0" i="0" u="none" strike="noStrike">
                          <a:solidFill>
                            <a:srgbClr val="242424"/>
                          </a:solidFill>
                          <a:effectLst/>
                          <a:latin typeface="+mn-lt"/>
                        </a:rPr>
                        <a:t>32</a:t>
                      </a:r>
                      <a:endParaRPr lang="en-US" sz="3400" b="0" i="0" u="none" strike="noStrike">
                        <a:effectLst/>
                        <a:latin typeface="+mn-lt"/>
                      </a:endParaRPr>
                    </a:p>
                  </a:txBody>
                  <a:tcPr marL="17754" marR="17754" marT="17754" marB="0" anchor="b">
                    <a:lnL>
                      <a:noFill/>
                    </a:lnL>
                    <a:lnR>
                      <a:noFill/>
                    </a:lnR>
                    <a:lnT>
                      <a:noFill/>
                    </a:lnT>
                    <a:lnB>
                      <a:noFill/>
                    </a:lnB>
                    <a:noFill/>
                  </a:tcPr>
                </a:tc>
              </a:tr>
              <a:tr h="483616">
                <a:tc>
                  <a:txBody>
                    <a:bodyPr/>
                    <a:lstStyle/>
                    <a:p>
                      <a:pPr algn="ctr" fontAlgn="b"/>
                      <a:r>
                        <a:rPr lang="en-US" sz="2600" b="0" i="0" u="none" strike="noStrike">
                          <a:solidFill>
                            <a:srgbClr val="242424"/>
                          </a:solidFill>
                          <a:effectLst/>
                          <a:latin typeface="+mn-lt"/>
                        </a:rPr>
                        <a:t>1</a:t>
                      </a:r>
                      <a:endParaRPr lang="en-US" sz="3400" b="0" i="0" u="none" strike="noStrike">
                        <a:effectLst/>
                        <a:latin typeface="+mn-lt"/>
                      </a:endParaRPr>
                    </a:p>
                  </a:txBody>
                  <a:tcPr marL="17754" marR="17754" marT="17754" marB="0" anchor="b">
                    <a:lnL>
                      <a:noFill/>
                    </a:lnL>
                    <a:lnR>
                      <a:noFill/>
                    </a:lnR>
                    <a:lnT>
                      <a:noFill/>
                    </a:lnT>
                    <a:lnB>
                      <a:noFill/>
                    </a:lnB>
                    <a:noFill/>
                  </a:tcPr>
                </a:tc>
                <a:tc>
                  <a:txBody>
                    <a:bodyPr/>
                    <a:lstStyle/>
                    <a:p>
                      <a:pPr algn="ctr" fontAlgn="b"/>
                      <a:r>
                        <a:rPr lang="en-US" sz="2600" b="0" i="0" u="none" strike="noStrike">
                          <a:solidFill>
                            <a:srgbClr val="242424"/>
                          </a:solidFill>
                          <a:effectLst/>
                          <a:latin typeface="+mn-lt"/>
                        </a:rPr>
                        <a:t>0</a:t>
                      </a:r>
                      <a:endParaRPr lang="en-US" sz="3400" b="0" i="0" u="none" strike="noStrike">
                        <a:effectLst/>
                        <a:latin typeface="+mn-lt"/>
                      </a:endParaRPr>
                    </a:p>
                  </a:txBody>
                  <a:tcPr marL="17754" marR="17754" marT="17754" marB="0" anchor="b">
                    <a:lnL>
                      <a:noFill/>
                    </a:lnL>
                    <a:lnR>
                      <a:noFill/>
                    </a:lnR>
                    <a:lnT>
                      <a:noFill/>
                    </a:lnT>
                    <a:lnB>
                      <a:noFill/>
                    </a:lnB>
                    <a:noFill/>
                  </a:tcPr>
                </a:tc>
                <a:tc>
                  <a:txBody>
                    <a:bodyPr/>
                    <a:lstStyle/>
                    <a:p>
                      <a:pPr algn="ctr" fontAlgn="b"/>
                      <a:r>
                        <a:rPr lang="en-US" sz="2600" b="0" i="0" u="none" strike="noStrike" dirty="0">
                          <a:solidFill>
                            <a:srgbClr val="242424"/>
                          </a:solidFill>
                          <a:effectLst/>
                          <a:latin typeface="+mn-lt"/>
                        </a:rPr>
                        <a:t>1</a:t>
                      </a:r>
                      <a:endParaRPr lang="en-US" sz="3400" b="0" i="0" u="none" strike="noStrike" dirty="0">
                        <a:effectLst/>
                        <a:latin typeface="+mn-lt"/>
                      </a:endParaRPr>
                    </a:p>
                  </a:txBody>
                  <a:tcPr marL="17754" marR="17754" marT="17754" marB="0" anchor="b">
                    <a:lnL>
                      <a:noFill/>
                    </a:lnL>
                    <a:lnR>
                      <a:noFill/>
                    </a:lnR>
                    <a:lnT>
                      <a:noFill/>
                    </a:lnT>
                    <a:lnB>
                      <a:noFill/>
                    </a:lnB>
                    <a:noFill/>
                  </a:tcPr>
                </a:tc>
                <a:tc>
                  <a:txBody>
                    <a:bodyPr/>
                    <a:lstStyle/>
                    <a:p>
                      <a:pPr algn="ctr" fontAlgn="b"/>
                      <a:r>
                        <a:rPr lang="en-US" sz="2600" b="0" i="0" u="none" strike="noStrike" dirty="0">
                          <a:solidFill>
                            <a:srgbClr val="242424"/>
                          </a:solidFill>
                          <a:effectLst/>
                          <a:latin typeface="+mn-lt"/>
                        </a:rPr>
                        <a:t>8</a:t>
                      </a:r>
                      <a:endParaRPr lang="en-US" sz="3400" b="0" i="0" u="none" strike="noStrike" dirty="0">
                        <a:effectLst/>
                        <a:latin typeface="+mn-lt"/>
                      </a:endParaRPr>
                    </a:p>
                  </a:txBody>
                  <a:tcPr marL="17754" marR="17754" marT="17754" marB="0" anchor="b">
                    <a:lnL>
                      <a:noFill/>
                    </a:lnL>
                    <a:lnR>
                      <a:noFill/>
                    </a:lnR>
                    <a:lnT>
                      <a:noFill/>
                    </a:lnT>
                    <a:lnB>
                      <a:noFill/>
                    </a:lnB>
                    <a:noFill/>
                  </a:tcPr>
                </a:tc>
              </a:tr>
              <a:tr h="483616">
                <a:tc>
                  <a:txBody>
                    <a:bodyPr/>
                    <a:lstStyle/>
                    <a:p>
                      <a:pPr algn="ctr" fontAlgn="b"/>
                      <a:r>
                        <a:rPr lang="en-US" sz="2600" b="0" i="0" u="none" strike="noStrike">
                          <a:solidFill>
                            <a:srgbClr val="242424"/>
                          </a:solidFill>
                          <a:effectLst/>
                          <a:latin typeface="+mn-lt"/>
                        </a:rPr>
                        <a:t>1</a:t>
                      </a:r>
                      <a:endParaRPr lang="en-US" sz="3400" b="0" i="0" u="none" strike="noStrike">
                        <a:effectLst/>
                        <a:latin typeface="+mn-lt"/>
                      </a:endParaRPr>
                    </a:p>
                  </a:txBody>
                  <a:tcPr marL="17754" marR="17754" marT="17754" marB="0" anchor="b">
                    <a:lnL>
                      <a:noFill/>
                    </a:lnL>
                    <a:lnR>
                      <a:noFill/>
                    </a:lnR>
                    <a:lnT>
                      <a:noFill/>
                    </a:lnT>
                    <a:lnB>
                      <a:noFill/>
                    </a:lnB>
                    <a:noFill/>
                  </a:tcPr>
                </a:tc>
                <a:tc>
                  <a:txBody>
                    <a:bodyPr/>
                    <a:lstStyle/>
                    <a:p>
                      <a:pPr algn="ctr" fontAlgn="b"/>
                      <a:r>
                        <a:rPr lang="en-US" sz="2600" b="0" i="0" u="none" strike="noStrike">
                          <a:solidFill>
                            <a:srgbClr val="242424"/>
                          </a:solidFill>
                          <a:effectLst/>
                          <a:latin typeface="+mn-lt"/>
                        </a:rPr>
                        <a:t>1</a:t>
                      </a:r>
                      <a:endParaRPr lang="en-US" sz="3400" b="0" i="0" u="none" strike="noStrike">
                        <a:effectLst/>
                        <a:latin typeface="+mn-lt"/>
                      </a:endParaRPr>
                    </a:p>
                  </a:txBody>
                  <a:tcPr marL="17754" marR="17754" marT="17754" marB="0" anchor="b">
                    <a:lnL>
                      <a:noFill/>
                    </a:lnL>
                    <a:lnR>
                      <a:noFill/>
                    </a:lnR>
                    <a:lnT>
                      <a:noFill/>
                    </a:lnT>
                    <a:lnB>
                      <a:noFill/>
                    </a:lnB>
                    <a:noFill/>
                  </a:tcPr>
                </a:tc>
                <a:tc>
                  <a:txBody>
                    <a:bodyPr/>
                    <a:lstStyle/>
                    <a:p>
                      <a:pPr algn="ctr" fontAlgn="b"/>
                      <a:r>
                        <a:rPr lang="en-US" sz="2600" b="0" i="0" u="none" strike="noStrike">
                          <a:solidFill>
                            <a:srgbClr val="242424"/>
                          </a:solidFill>
                          <a:effectLst/>
                          <a:latin typeface="+mn-lt"/>
                        </a:rPr>
                        <a:t>0</a:t>
                      </a:r>
                      <a:endParaRPr lang="en-US" sz="3400" b="0" i="0" u="none" strike="noStrike">
                        <a:effectLst/>
                        <a:latin typeface="+mn-lt"/>
                      </a:endParaRPr>
                    </a:p>
                  </a:txBody>
                  <a:tcPr marL="17754" marR="17754" marT="17754" marB="0" anchor="b">
                    <a:lnL>
                      <a:noFill/>
                    </a:lnL>
                    <a:lnR>
                      <a:noFill/>
                    </a:lnR>
                    <a:lnT>
                      <a:noFill/>
                    </a:lnT>
                    <a:lnB>
                      <a:noFill/>
                    </a:lnB>
                    <a:noFill/>
                  </a:tcPr>
                </a:tc>
                <a:tc>
                  <a:txBody>
                    <a:bodyPr/>
                    <a:lstStyle/>
                    <a:p>
                      <a:pPr algn="ctr" fontAlgn="b"/>
                      <a:r>
                        <a:rPr lang="en-US" sz="2600" b="0" i="0" u="none" strike="noStrike" dirty="0">
                          <a:solidFill>
                            <a:srgbClr val="242424"/>
                          </a:solidFill>
                          <a:effectLst/>
                          <a:latin typeface="+mn-lt"/>
                        </a:rPr>
                        <a:t>105</a:t>
                      </a:r>
                      <a:endParaRPr lang="en-US" sz="3400" b="0" i="0" u="none" strike="noStrike" dirty="0">
                        <a:effectLst/>
                        <a:latin typeface="+mn-lt"/>
                      </a:endParaRPr>
                    </a:p>
                  </a:txBody>
                  <a:tcPr marL="17754" marR="17754" marT="17754" marB="0" anchor="b">
                    <a:lnL>
                      <a:noFill/>
                    </a:lnL>
                    <a:lnR>
                      <a:noFill/>
                    </a:lnR>
                    <a:lnT>
                      <a:noFill/>
                    </a:lnT>
                    <a:lnB>
                      <a:noFill/>
                    </a:lnB>
                    <a:noFill/>
                  </a:tcPr>
                </a:tc>
              </a:tr>
              <a:tr h="483616">
                <a:tc>
                  <a:txBody>
                    <a:bodyPr/>
                    <a:lstStyle/>
                    <a:p>
                      <a:pPr algn="ctr" fontAlgn="b"/>
                      <a:r>
                        <a:rPr lang="en-US" sz="2600" b="0" i="0" u="none" strike="noStrike" dirty="0">
                          <a:solidFill>
                            <a:srgbClr val="242424"/>
                          </a:solidFill>
                          <a:effectLst/>
                          <a:latin typeface="+mn-lt"/>
                        </a:rPr>
                        <a:t>1</a:t>
                      </a:r>
                      <a:endParaRPr lang="en-US" sz="3400" b="0" i="0" u="none" strike="noStrike" dirty="0">
                        <a:effectLst/>
                        <a:latin typeface="+mn-lt"/>
                      </a:endParaRPr>
                    </a:p>
                  </a:txBody>
                  <a:tcPr marL="17754" marR="17754" marT="17754" marB="0" anchor="b">
                    <a:lnL>
                      <a:noFill/>
                    </a:lnL>
                    <a:lnR>
                      <a:noFill/>
                    </a:lnR>
                    <a:lnT>
                      <a:noFill/>
                    </a:lnT>
                    <a:lnB w="12700" cap="flat" cmpd="sng" algn="ctr">
                      <a:solidFill>
                        <a:schemeClr val="tx1"/>
                      </a:solidFill>
                      <a:prstDash val="solid"/>
                      <a:round/>
                      <a:headEnd type="none" w="med" len="med"/>
                      <a:tailEnd type="none" w="med" len="med"/>
                    </a:lnB>
                    <a:noFill/>
                  </a:tcPr>
                </a:tc>
                <a:tc>
                  <a:txBody>
                    <a:bodyPr/>
                    <a:lstStyle/>
                    <a:p>
                      <a:pPr algn="ctr" fontAlgn="b"/>
                      <a:r>
                        <a:rPr lang="en-US" sz="2600" b="0" i="0" u="none" strike="noStrike" dirty="0">
                          <a:solidFill>
                            <a:srgbClr val="242424"/>
                          </a:solidFill>
                          <a:effectLst/>
                          <a:latin typeface="+mn-lt"/>
                        </a:rPr>
                        <a:t>1</a:t>
                      </a:r>
                      <a:endParaRPr lang="en-US" sz="3400" b="0" i="0" u="none" strike="noStrike" dirty="0">
                        <a:effectLst/>
                        <a:latin typeface="+mn-lt"/>
                      </a:endParaRPr>
                    </a:p>
                  </a:txBody>
                  <a:tcPr marL="17754" marR="17754" marT="17754" marB="0" anchor="b">
                    <a:lnL>
                      <a:noFill/>
                    </a:lnL>
                    <a:lnR>
                      <a:noFill/>
                    </a:lnR>
                    <a:lnT>
                      <a:noFill/>
                    </a:lnT>
                    <a:lnB w="12700" cap="flat" cmpd="sng" algn="ctr">
                      <a:solidFill>
                        <a:schemeClr val="tx1"/>
                      </a:solidFill>
                      <a:prstDash val="solid"/>
                      <a:round/>
                      <a:headEnd type="none" w="med" len="med"/>
                      <a:tailEnd type="none" w="med" len="med"/>
                    </a:lnB>
                    <a:noFill/>
                  </a:tcPr>
                </a:tc>
                <a:tc>
                  <a:txBody>
                    <a:bodyPr/>
                    <a:lstStyle/>
                    <a:p>
                      <a:pPr algn="ctr" fontAlgn="b"/>
                      <a:r>
                        <a:rPr lang="en-US" sz="2600" b="0" i="0" u="none" strike="noStrike" dirty="0">
                          <a:solidFill>
                            <a:srgbClr val="242424"/>
                          </a:solidFill>
                          <a:effectLst/>
                          <a:latin typeface="+mn-lt"/>
                        </a:rPr>
                        <a:t>1</a:t>
                      </a:r>
                      <a:endParaRPr lang="en-US" sz="3400" b="0" i="0" u="none" strike="noStrike" dirty="0">
                        <a:effectLst/>
                        <a:latin typeface="+mn-lt"/>
                      </a:endParaRPr>
                    </a:p>
                  </a:txBody>
                  <a:tcPr marL="17754" marR="17754" marT="17754" marB="0" anchor="b">
                    <a:lnL>
                      <a:noFill/>
                    </a:lnL>
                    <a:lnR>
                      <a:noFill/>
                    </a:lnR>
                    <a:lnT>
                      <a:noFill/>
                    </a:lnT>
                    <a:lnB w="12700" cap="flat" cmpd="sng" algn="ctr">
                      <a:solidFill>
                        <a:schemeClr val="tx1"/>
                      </a:solidFill>
                      <a:prstDash val="solid"/>
                      <a:round/>
                      <a:headEnd type="none" w="med" len="med"/>
                      <a:tailEnd type="none" w="med" len="med"/>
                    </a:lnB>
                    <a:noFill/>
                  </a:tcPr>
                </a:tc>
                <a:tc>
                  <a:txBody>
                    <a:bodyPr/>
                    <a:lstStyle/>
                    <a:p>
                      <a:pPr algn="ctr" fontAlgn="b"/>
                      <a:r>
                        <a:rPr lang="en-US" sz="2600" b="0" i="0" u="none" strike="noStrike" dirty="0">
                          <a:solidFill>
                            <a:srgbClr val="242424"/>
                          </a:solidFill>
                          <a:effectLst/>
                          <a:latin typeface="+mn-lt"/>
                        </a:rPr>
                        <a:t>36</a:t>
                      </a:r>
                      <a:endParaRPr lang="en-US" sz="3400" b="0" i="0" u="none" strike="noStrike" dirty="0">
                        <a:effectLst/>
                        <a:latin typeface="+mn-lt"/>
                      </a:endParaRPr>
                    </a:p>
                  </a:txBody>
                  <a:tcPr marL="17754" marR="17754" marT="17754" marB="0" anchor="b">
                    <a:lnL>
                      <a:noFill/>
                    </a:lnL>
                    <a:lnR>
                      <a:noFill/>
                    </a:lnR>
                    <a:lnT>
                      <a:noFill/>
                    </a:lnT>
                    <a:lnB w="12700" cap="flat" cmpd="sng" algn="ctr">
                      <a:solidFill>
                        <a:schemeClr val="tx1"/>
                      </a:solidFill>
                      <a:prstDash val="solid"/>
                      <a:round/>
                      <a:headEnd type="none" w="med" len="med"/>
                      <a:tailEnd type="none" w="med" len="med"/>
                    </a:lnB>
                    <a:noFill/>
                  </a:tcPr>
                </a:tc>
              </a:tr>
            </a:tbl>
          </a:graphicData>
        </a:graphic>
      </p:graphicFrame>
      <p:sp>
        <p:nvSpPr>
          <p:cNvPr id="4" name="Slide Number Placeholder 3"/>
          <p:cNvSpPr>
            <a:spLocks noGrp="1"/>
          </p:cNvSpPr>
          <p:nvPr>
            <p:ph type="sldNum" sz="quarter" idx="12"/>
          </p:nvPr>
        </p:nvSpPr>
        <p:spPr>
          <a:xfrm>
            <a:off x="8610600" y="6356350"/>
            <a:ext cx="2743200" cy="365125"/>
          </a:xfrm>
        </p:spPr>
        <p:txBody>
          <a:bodyPr>
            <a:normAutofit/>
          </a:bodyPr>
          <a:lstStyle/>
          <a:p>
            <a:fld id="{7F8CBF50-853B-304C-BCA2-DB5146F0D4EA}" type="slidenum">
              <a:rPr lang="en-US" smtClean="0"/>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dirty="0"/>
              <a:t>Evaluation: </a:t>
            </a:r>
            <a:r>
              <a:rPr lang="en-US" dirty="0"/>
              <a:t>Classification Report</a:t>
            </a:r>
            <a:endParaRPr lang="en-US" dirty="0"/>
          </a:p>
        </p:txBody>
      </p:sp>
      <p:sp>
        <p:nvSpPr>
          <p:cNvPr id="5" name="Text Placeholder 4"/>
          <p:cNvSpPr>
            <a:spLocks noGrp="1"/>
          </p:cNvSpPr>
          <p:nvPr>
            <p:ph type="body" idx="1"/>
          </p:nvPr>
        </p:nvSpPr>
        <p:spPr>
          <a:xfrm>
            <a:off x="839788" y="1681163"/>
            <a:ext cx="5157787" cy="823912"/>
          </a:xfrm>
        </p:spPr>
        <p:txBody>
          <a:bodyPr/>
          <a:lstStyle/>
          <a:p>
            <a:r>
              <a:rPr lang="en-US" dirty="0"/>
              <a:t>Base Model</a:t>
            </a:r>
            <a:endParaRPr lang="en-US" dirty="0"/>
          </a:p>
        </p:txBody>
      </p:sp>
      <p:graphicFrame>
        <p:nvGraphicFramePr>
          <p:cNvPr id="9" name="Content Placeholder 8"/>
          <p:cNvGraphicFramePr>
            <a:graphicFrameLocks noGrp="1"/>
          </p:cNvGraphicFramePr>
          <p:nvPr>
            <p:ph sz="half" idx="2"/>
          </p:nvPr>
        </p:nvGraphicFramePr>
        <p:xfrm>
          <a:off x="839788" y="2505074"/>
          <a:ext cx="5157785" cy="3632836"/>
        </p:xfrm>
        <a:graphic>
          <a:graphicData uri="http://schemas.openxmlformats.org/drawingml/2006/table">
            <a:tbl>
              <a:tblPr/>
              <a:tblGrid>
                <a:gridCol w="1031557"/>
                <a:gridCol w="1031557"/>
                <a:gridCol w="1031557"/>
                <a:gridCol w="1031557"/>
                <a:gridCol w="1031557"/>
              </a:tblGrid>
              <a:tr h="908209">
                <a:tc>
                  <a:txBody>
                    <a:bodyPr/>
                    <a:lstStyle/>
                    <a:p>
                      <a:pPr algn="ctr" latinLnBrk="1"/>
                      <a:r>
                        <a:rPr lang="en-US" sz="1600">
                          <a:effectLst/>
                        </a:rPr>
                        <a:t>Label</a:t>
                      </a:r>
                      <a:endParaRPr lang="en-US" sz="1600">
                        <a:effectLst/>
                      </a:endParaRPr>
                    </a:p>
                  </a:txBody>
                  <a:tcPr marL="23360" marR="23360" marT="4672" marB="4672" anchor="ctr">
                    <a:lnL w="9525" cap="flat" cmpd="sng" algn="ctr">
                      <a:solidFill>
                        <a:srgbClr val="4041E4"/>
                      </a:solidFill>
                      <a:prstDash val="solid"/>
                      <a:round/>
                      <a:headEnd type="none" w="med" len="med"/>
                      <a:tailEnd type="none" w="med" len="med"/>
                    </a:lnL>
                    <a:lnR w="9525" cap="flat" cmpd="sng" algn="ctr">
                      <a:solidFill>
                        <a:srgbClr val="7066E4"/>
                      </a:solidFill>
                      <a:prstDash val="solid"/>
                      <a:round/>
                      <a:headEnd type="none" w="med" len="med"/>
                      <a:tailEnd type="none" w="med" len="med"/>
                    </a:lnR>
                    <a:lnT w="9525" cap="flat" cmpd="sng" algn="ctr">
                      <a:solidFill>
                        <a:srgbClr val="7043E4"/>
                      </a:solidFill>
                      <a:prstDash val="solid"/>
                      <a:round/>
                      <a:headEnd type="none" w="med" len="med"/>
                      <a:tailEnd type="none" w="med" len="med"/>
                    </a:lnT>
                    <a:lnB w="9525" cap="flat" cmpd="sng" algn="ctr">
                      <a:solidFill>
                        <a:srgbClr val="4041E4"/>
                      </a:solidFill>
                      <a:prstDash val="solid"/>
                      <a:round/>
                      <a:headEnd type="none" w="med" len="med"/>
                      <a:tailEnd type="none" w="med" len="med"/>
                    </a:lnB>
                    <a:solidFill>
                      <a:srgbClr val="FFFFFF"/>
                    </a:solidFill>
                  </a:tcPr>
                </a:tc>
                <a:tc>
                  <a:txBody>
                    <a:bodyPr/>
                    <a:lstStyle/>
                    <a:p>
                      <a:pPr algn="ctr" latinLnBrk="1"/>
                      <a:r>
                        <a:rPr lang="en-US" sz="1600">
                          <a:effectLst/>
                        </a:rPr>
                        <a:t>Precision</a:t>
                      </a:r>
                      <a:endParaRPr lang="en-US" sz="1600">
                        <a:effectLst/>
                      </a:endParaRPr>
                    </a:p>
                  </a:txBody>
                  <a:tcPr marL="23360" marR="23360" marT="4672" marB="4672" anchor="ctr">
                    <a:lnL w="9525" cap="flat" cmpd="sng" algn="ctr">
                      <a:solidFill>
                        <a:srgbClr val="7066E4"/>
                      </a:solidFill>
                      <a:prstDash val="solid"/>
                      <a:round/>
                      <a:headEnd type="none" w="med" len="med"/>
                      <a:tailEnd type="none" w="med" len="med"/>
                    </a:lnL>
                    <a:lnR w="9525" cap="flat" cmpd="sng" algn="ctr">
                      <a:solidFill>
                        <a:srgbClr val="4041E4"/>
                      </a:solidFill>
                      <a:prstDash val="solid"/>
                      <a:round/>
                      <a:headEnd type="none" w="med" len="med"/>
                      <a:tailEnd type="none" w="med" len="med"/>
                    </a:lnR>
                    <a:lnT w="9525" cap="flat" cmpd="sng" algn="ctr">
                      <a:solidFill>
                        <a:srgbClr val="0063E4"/>
                      </a:solidFill>
                      <a:prstDash val="solid"/>
                      <a:round/>
                      <a:headEnd type="none" w="med" len="med"/>
                      <a:tailEnd type="none" w="med" len="med"/>
                    </a:lnT>
                    <a:lnB w="9525" cap="flat" cmpd="sng" algn="ctr">
                      <a:solidFill>
                        <a:srgbClr val="7066E4"/>
                      </a:solidFill>
                      <a:prstDash val="solid"/>
                      <a:round/>
                      <a:headEnd type="none" w="med" len="med"/>
                      <a:tailEnd type="none" w="med" len="med"/>
                    </a:lnB>
                    <a:solidFill>
                      <a:srgbClr val="FFFFFF"/>
                    </a:solidFill>
                  </a:tcPr>
                </a:tc>
                <a:tc>
                  <a:txBody>
                    <a:bodyPr/>
                    <a:lstStyle/>
                    <a:p>
                      <a:pPr algn="ctr" latinLnBrk="1"/>
                      <a:r>
                        <a:rPr lang="en-US" sz="1600">
                          <a:effectLst/>
                        </a:rPr>
                        <a:t>Recall</a:t>
                      </a:r>
                      <a:endParaRPr lang="en-US" sz="1600">
                        <a:effectLst/>
                      </a:endParaRPr>
                    </a:p>
                  </a:txBody>
                  <a:tcPr marL="23360" marR="23360" marT="4672" marB="4672" anchor="ctr">
                    <a:lnL w="9525" cap="flat" cmpd="sng" algn="ctr">
                      <a:solidFill>
                        <a:srgbClr val="4041E4"/>
                      </a:solidFill>
                      <a:prstDash val="solid"/>
                      <a:round/>
                      <a:headEnd type="none" w="med" len="med"/>
                      <a:tailEnd type="none" w="med" len="med"/>
                    </a:lnL>
                    <a:lnR w="9525" cap="flat" cmpd="sng" algn="ctr">
                      <a:solidFill>
                        <a:srgbClr val="7066E4"/>
                      </a:solidFill>
                      <a:prstDash val="solid"/>
                      <a:round/>
                      <a:headEnd type="none" w="med" len="med"/>
                      <a:tailEnd type="none" w="med" len="med"/>
                    </a:lnR>
                    <a:lnT w="9525" cap="flat" cmpd="sng" algn="ctr">
                      <a:solidFill>
                        <a:srgbClr val="7043E4"/>
                      </a:solidFill>
                      <a:prstDash val="solid"/>
                      <a:round/>
                      <a:headEnd type="none" w="med" len="med"/>
                      <a:tailEnd type="none" w="med" len="med"/>
                    </a:lnT>
                    <a:lnB w="9525" cap="flat" cmpd="sng" algn="ctr">
                      <a:solidFill>
                        <a:srgbClr val="4041E4"/>
                      </a:solidFill>
                      <a:prstDash val="solid"/>
                      <a:round/>
                      <a:headEnd type="none" w="med" len="med"/>
                      <a:tailEnd type="none" w="med" len="med"/>
                    </a:lnB>
                    <a:solidFill>
                      <a:srgbClr val="FFFFFF"/>
                    </a:solidFill>
                  </a:tcPr>
                </a:tc>
                <a:tc>
                  <a:txBody>
                    <a:bodyPr/>
                    <a:lstStyle/>
                    <a:p>
                      <a:pPr algn="ctr" latinLnBrk="1"/>
                      <a:r>
                        <a:rPr lang="en-US" sz="1600">
                          <a:effectLst/>
                        </a:rPr>
                        <a:t>F1-Score</a:t>
                      </a:r>
                      <a:endParaRPr lang="en-US" sz="1600">
                        <a:effectLst/>
                      </a:endParaRPr>
                    </a:p>
                  </a:txBody>
                  <a:tcPr marL="23360" marR="23360" marT="4672" marB="4672" anchor="ctr">
                    <a:lnL w="9525" cap="flat" cmpd="sng" algn="ctr">
                      <a:solidFill>
                        <a:srgbClr val="7066E4"/>
                      </a:solidFill>
                      <a:prstDash val="solid"/>
                      <a:round/>
                      <a:headEnd type="none" w="med" len="med"/>
                      <a:tailEnd type="none" w="med" len="med"/>
                    </a:lnL>
                    <a:lnR w="9525" cap="flat" cmpd="sng" algn="ctr">
                      <a:solidFill>
                        <a:srgbClr val="4041E4"/>
                      </a:solidFill>
                      <a:prstDash val="solid"/>
                      <a:round/>
                      <a:headEnd type="none" w="med" len="med"/>
                      <a:tailEnd type="none" w="med" len="med"/>
                    </a:lnR>
                    <a:lnT w="9525" cap="flat" cmpd="sng" algn="ctr">
                      <a:solidFill>
                        <a:srgbClr val="0063E4"/>
                      </a:solidFill>
                      <a:prstDash val="solid"/>
                      <a:round/>
                      <a:headEnd type="none" w="med" len="med"/>
                      <a:tailEnd type="none" w="med" len="med"/>
                    </a:lnT>
                    <a:lnB w="9525" cap="flat" cmpd="sng" algn="ctr">
                      <a:solidFill>
                        <a:srgbClr val="7066E4"/>
                      </a:solidFill>
                      <a:prstDash val="solid"/>
                      <a:round/>
                      <a:headEnd type="none" w="med" len="med"/>
                      <a:tailEnd type="none" w="med" len="med"/>
                    </a:lnB>
                    <a:solidFill>
                      <a:srgbClr val="FFFFFF"/>
                    </a:solidFill>
                  </a:tcPr>
                </a:tc>
                <a:tc>
                  <a:txBody>
                    <a:bodyPr/>
                    <a:lstStyle/>
                    <a:p>
                      <a:pPr algn="ctr" latinLnBrk="1"/>
                      <a:r>
                        <a:rPr lang="en-US" sz="1600">
                          <a:effectLst/>
                        </a:rPr>
                        <a:t>Support</a:t>
                      </a:r>
                      <a:endParaRPr lang="en-US" sz="1600">
                        <a:effectLst/>
                      </a:endParaRPr>
                    </a:p>
                  </a:txBody>
                  <a:tcPr marL="23360" marR="23360" marT="4672" marB="4672" anchor="ctr">
                    <a:lnL w="9525" cap="flat" cmpd="sng" algn="ctr">
                      <a:solidFill>
                        <a:srgbClr val="4041E4"/>
                      </a:solidFill>
                      <a:prstDash val="solid"/>
                      <a:round/>
                      <a:headEnd type="none" w="med" len="med"/>
                      <a:tailEnd type="none" w="med" len="med"/>
                    </a:lnL>
                    <a:lnR w="9525" cap="flat" cmpd="sng" algn="ctr">
                      <a:solidFill>
                        <a:srgbClr val="7066E4"/>
                      </a:solidFill>
                      <a:prstDash val="solid"/>
                      <a:round/>
                      <a:headEnd type="none" w="med" len="med"/>
                      <a:tailEnd type="none" w="med" len="med"/>
                    </a:lnR>
                    <a:lnT w="9525" cap="flat" cmpd="sng" algn="ctr">
                      <a:solidFill>
                        <a:srgbClr val="7043E4"/>
                      </a:solidFill>
                      <a:prstDash val="solid"/>
                      <a:round/>
                      <a:headEnd type="none" w="med" len="med"/>
                      <a:tailEnd type="none" w="med" len="med"/>
                    </a:lnT>
                    <a:lnB w="9525" cap="flat" cmpd="sng" algn="ctr">
                      <a:solidFill>
                        <a:srgbClr val="4041E4"/>
                      </a:solidFill>
                      <a:prstDash val="solid"/>
                      <a:round/>
                      <a:headEnd type="none" w="med" len="med"/>
                      <a:tailEnd type="none" w="med" len="med"/>
                    </a:lnB>
                    <a:solidFill>
                      <a:srgbClr val="FFFFFF"/>
                    </a:solidFill>
                  </a:tcPr>
                </a:tc>
              </a:tr>
              <a:tr h="908209">
                <a:tc>
                  <a:txBody>
                    <a:bodyPr/>
                    <a:lstStyle/>
                    <a:p>
                      <a:pPr algn="ctr" latinLnBrk="1"/>
                      <a:r>
                        <a:rPr lang="en-US" sz="1600">
                          <a:effectLst/>
                        </a:rPr>
                        <a:t>Planning</a:t>
                      </a:r>
                      <a:endParaRPr lang="en-US" sz="1600">
                        <a:effectLst/>
                      </a:endParaRPr>
                    </a:p>
                  </a:txBody>
                  <a:tcPr marL="23360" marR="23360" marT="4672" marB="4672" anchor="ctr">
                    <a:lnL w="9525" cap="flat" cmpd="sng" algn="ctr">
                      <a:solidFill>
                        <a:srgbClr val="7043E4"/>
                      </a:solidFill>
                      <a:prstDash val="solid"/>
                      <a:round/>
                      <a:headEnd type="none" w="med" len="med"/>
                      <a:tailEnd type="none" w="med" len="med"/>
                    </a:lnL>
                    <a:lnR w="9525" cap="flat" cmpd="sng" algn="ctr">
                      <a:solidFill>
                        <a:srgbClr val="0063E4"/>
                      </a:solidFill>
                      <a:prstDash val="solid"/>
                      <a:round/>
                      <a:headEnd type="none" w="med" len="med"/>
                      <a:tailEnd type="none" w="med" len="med"/>
                    </a:lnR>
                    <a:lnT w="9525" cap="flat" cmpd="sng" algn="ctr">
                      <a:solidFill>
                        <a:srgbClr val="4041E4"/>
                      </a:solidFill>
                      <a:prstDash val="solid"/>
                      <a:round/>
                      <a:headEnd type="none" w="med" len="med"/>
                      <a:tailEnd type="none" w="med" len="med"/>
                    </a:lnT>
                    <a:lnB w="9525" cap="flat" cmpd="sng" algn="ctr">
                      <a:solidFill>
                        <a:srgbClr val="7066E4"/>
                      </a:solidFill>
                      <a:prstDash val="solid"/>
                      <a:round/>
                      <a:headEnd type="none" w="med" len="med"/>
                      <a:tailEnd type="none" w="med" len="med"/>
                    </a:lnB>
                    <a:solidFill>
                      <a:srgbClr val="FFFFFF"/>
                    </a:solidFill>
                  </a:tcPr>
                </a:tc>
                <a:tc>
                  <a:txBody>
                    <a:bodyPr/>
                    <a:lstStyle/>
                    <a:p>
                      <a:pPr algn="ctr" latinLnBrk="1"/>
                      <a:r>
                        <a:rPr lang="en-US" sz="1600">
                          <a:effectLst/>
                        </a:rPr>
                        <a:t>0.46</a:t>
                      </a:r>
                      <a:endParaRPr lang="en-US" sz="1600">
                        <a:effectLst/>
                      </a:endParaRPr>
                    </a:p>
                  </a:txBody>
                  <a:tcPr marL="23360" marR="23360" marT="4672" marB="4672" anchor="ctr">
                    <a:lnL w="9525" cap="flat" cmpd="sng" algn="ctr">
                      <a:solidFill>
                        <a:srgbClr val="0063E4"/>
                      </a:solidFill>
                      <a:prstDash val="solid"/>
                      <a:round/>
                      <a:headEnd type="none" w="med" len="med"/>
                      <a:tailEnd type="none" w="med" len="med"/>
                    </a:lnL>
                    <a:lnR w="9525" cap="flat" cmpd="sng" algn="ctr">
                      <a:solidFill>
                        <a:srgbClr val="7043E4"/>
                      </a:solidFill>
                      <a:prstDash val="solid"/>
                      <a:round/>
                      <a:headEnd type="none" w="med" len="med"/>
                      <a:tailEnd type="none" w="med" len="med"/>
                    </a:lnR>
                    <a:lnT w="9525" cap="flat" cmpd="sng" algn="ctr">
                      <a:solidFill>
                        <a:srgbClr val="7066E4"/>
                      </a:solidFill>
                      <a:prstDash val="solid"/>
                      <a:round/>
                      <a:headEnd type="none" w="med" len="med"/>
                      <a:tailEnd type="none" w="med" len="med"/>
                    </a:lnT>
                    <a:lnB w="9525" cap="flat" cmpd="sng" algn="ctr">
                      <a:solidFill>
                        <a:srgbClr val="4041E4"/>
                      </a:solidFill>
                      <a:prstDash val="solid"/>
                      <a:round/>
                      <a:headEnd type="none" w="med" len="med"/>
                      <a:tailEnd type="none" w="med" len="med"/>
                    </a:lnB>
                    <a:solidFill>
                      <a:srgbClr val="FFFFFF"/>
                    </a:solidFill>
                  </a:tcPr>
                </a:tc>
                <a:tc>
                  <a:txBody>
                    <a:bodyPr/>
                    <a:lstStyle/>
                    <a:p>
                      <a:pPr algn="ctr" latinLnBrk="1"/>
                      <a:r>
                        <a:rPr lang="en-US" sz="1600">
                          <a:effectLst/>
                        </a:rPr>
                        <a:t>0.99</a:t>
                      </a:r>
                      <a:endParaRPr lang="en-US" sz="1600">
                        <a:effectLst/>
                      </a:endParaRPr>
                    </a:p>
                  </a:txBody>
                  <a:tcPr marL="23360" marR="23360" marT="4672" marB="4672" anchor="ctr">
                    <a:lnL w="9525" cap="flat" cmpd="sng" algn="ctr">
                      <a:solidFill>
                        <a:srgbClr val="7043E4"/>
                      </a:solidFill>
                      <a:prstDash val="solid"/>
                      <a:round/>
                      <a:headEnd type="none" w="med" len="med"/>
                      <a:tailEnd type="none" w="med" len="med"/>
                    </a:lnL>
                    <a:lnR w="9525" cap="flat" cmpd="sng" algn="ctr">
                      <a:solidFill>
                        <a:srgbClr val="0063E4"/>
                      </a:solidFill>
                      <a:prstDash val="solid"/>
                      <a:round/>
                      <a:headEnd type="none" w="med" len="med"/>
                      <a:tailEnd type="none" w="med" len="med"/>
                    </a:lnR>
                    <a:lnT w="9525" cap="flat" cmpd="sng" algn="ctr">
                      <a:solidFill>
                        <a:srgbClr val="4041E4"/>
                      </a:solidFill>
                      <a:prstDash val="solid"/>
                      <a:round/>
                      <a:headEnd type="none" w="med" len="med"/>
                      <a:tailEnd type="none" w="med" len="med"/>
                    </a:lnT>
                    <a:lnB w="9525" cap="flat" cmpd="sng" algn="ctr">
                      <a:solidFill>
                        <a:srgbClr val="7066E4"/>
                      </a:solidFill>
                      <a:prstDash val="solid"/>
                      <a:round/>
                      <a:headEnd type="none" w="med" len="med"/>
                      <a:tailEnd type="none" w="med" len="med"/>
                    </a:lnB>
                    <a:solidFill>
                      <a:srgbClr val="FFFFFF"/>
                    </a:solidFill>
                  </a:tcPr>
                </a:tc>
                <a:tc>
                  <a:txBody>
                    <a:bodyPr/>
                    <a:lstStyle/>
                    <a:p>
                      <a:pPr algn="ctr" latinLnBrk="1"/>
                      <a:r>
                        <a:rPr lang="en-US" sz="1600">
                          <a:effectLst/>
                        </a:rPr>
                        <a:t>0.62</a:t>
                      </a:r>
                      <a:endParaRPr lang="en-US" sz="1600">
                        <a:effectLst/>
                      </a:endParaRPr>
                    </a:p>
                  </a:txBody>
                  <a:tcPr marL="23360" marR="23360" marT="4672" marB="4672" anchor="ctr">
                    <a:lnL w="9525" cap="flat" cmpd="sng" algn="ctr">
                      <a:solidFill>
                        <a:srgbClr val="0063E4"/>
                      </a:solidFill>
                      <a:prstDash val="solid"/>
                      <a:round/>
                      <a:headEnd type="none" w="med" len="med"/>
                      <a:tailEnd type="none" w="med" len="med"/>
                    </a:lnL>
                    <a:lnR w="9525" cap="flat" cmpd="sng" algn="ctr">
                      <a:solidFill>
                        <a:srgbClr val="7043E4"/>
                      </a:solidFill>
                      <a:prstDash val="solid"/>
                      <a:round/>
                      <a:headEnd type="none" w="med" len="med"/>
                      <a:tailEnd type="none" w="med" len="med"/>
                    </a:lnR>
                    <a:lnT w="9525" cap="flat" cmpd="sng" algn="ctr">
                      <a:solidFill>
                        <a:srgbClr val="7066E4"/>
                      </a:solidFill>
                      <a:prstDash val="solid"/>
                      <a:round/>
                      <a:headEnd type="none" w="med" len="med"/>
                      <a:tailEnd type="none" w="med" len="med"/>
                    </a:lnT>
                    <a:lnB w="9525" cap="flat" cmpd="sng" algn="ctr">
                      <a:solidFill>
                        <a:srgbClr val="4041E4"/>
                      </a:solidFill>
                      <a:prstDash val="solid"/>
                      <a:round/>
                      <a:headEnd type="none" w="med" len="med"/>
                      <a:tailEnd type="none" w="med" len="med"/>
                    </a:lnB>
                    <a:solidFill>
                      <a:srgbClr val="FFFFFF"/>
                    </a:solidFill>
                  </a:tcPr>
                </a:tc>
                <a:tc>
                  <a:txBody>
                    <a:bodyPr/>
                    <a:lstStyle/>
                    <a:p>
                      <a:pPr algn="ctr" latinLnBrk="1"/>
                      <a:r>
                        <a:rPr lang="en-US" sz="1600">
                          <a:effectLst/>
                        </a:rPr>
                        <a:t>181</a:t>
                      </a:r>
                      <a:endParaRPr lang="en-US" sz="1600">
                        <a:effectLst/>
                      </a:endParaRPr>
                    </a:p>
                  </a:txBody>
                  <a:tcPr marL="23360" marR="23360" marT="4672" marB="4672" anchor="ctr">
                    <a:lnL w="9525" cap="flat" cmpd="sng" algn="ctr">
                      <a:solidFill>
                        <a:srgbClr val="7043E4"/>
                      </a:solidFill>
                      <a:prstDash val="solid"/>
                      <a:round/>
                      <a:headEnd type="none" w="med" len="med"/>
                      <a:tailEnd type="none" w="med" len="med"/>
                    </a:lnL>
                    <a:lnR w="9525" cap="flat" cmpd="sng" algn="ctr">
                      <a:solidFill>
                        <a:srgbClr val="7066E4"/>
                      </a:solidFill>
                      <a:prstDash val="solid"/>
                      <a:round/>
                      <a:headEnd type="none" w="med" len="med"/>
                      <a:tailEnd type="none" w="med" len="med"/>
                    </a:lnR>
                    <a:lnT w="9525" cap="flat" cmpd="sng" algn="ctr">
                      <a:solidFill>
                        <a:srgbClr val="4041E4"/>
                      </a:solidFill>
                      <a:prstDash val="solid"/>
                      <a:round/>
                      <a:headEnd type="none" w="med" len="med"/>
                      <a:tailEnd type="none" w="med" len="med"/>
                    </a:lnT>
                    <a:lnB w="9525" cap="flat" cmpd="sng" algn="ctr">
                      <a:solidFill>
                        <a:srgbClr val="7066E4"/>
                      </a:solidFill>
                      <a:prstDash val="solid"/>
                      <a:round/>
                      <a:headEnd type="none" w="med" len="med"/>
                      <a:tailEnd type="none" w="med" len="med"/>
                    </a:lnB>
                    <a:solidFill>
                      <a:srgbClr val="FFFFFF"/>
                    </a:solidFill>
                  </a:tcPr>
                </a:tc>
              </a:tr>
              <a:tr h="908209">
                <a:tc>
                  <a:txBody>
                    <a:bodyPr/>
                    <a:lstStyle/>
                    <a:p>
                      <a:pPr algn="ctr" latinLnBrk="1"/>
                      <a:r>
                        <a:rPr lang="en-US" sz="1600">
                          <a:effectLst/>
                        </a:rPr>
                        <a:t>Translating</a:t>
                      </a:r>
                      <a:endParaRPr lang="en-US" sz="1600">
                        <a:effectLst/>
                      </a:endParaRPr>
                    </a:p>
                  </a:txBody>
                  <a:tcPr marL="23360" marR="23360" marT="4672" marB="4672" anchor="ctr">
                    <a:lnL w="9525" cap="flat" cmpd="sng" algn="ctr">
                      <a:solidFill>
                        <a:srgbClr val="0063E4"/>
                      </a:solidFill>
                      <a:prstDash val="solid"/>
                      <a:round/>
                      <a:headEnd type="none" w="med" len="med"/>
                      <a:tailEnd type="none" w="med" len="med"/>
                    </a:lnL>
                    <a:lnR w="9525" cap="flat" cmpd="sng" algn="ctr">
                      <a:solidFill>
                        <a:srgbClr val="7043E4"/>
                      </a:solidFill>
                      <a:prstDash val="solid"/>
                      <a:round/>
                      <a:headEnd type="none" w="med" len="med"/>
                      <a:tailEnd type="none" w="med" len="med"/>
                    </a:lnR>
                    <a:lnT w="9525" cap="flat" cmpd="sng" algn="ctr">
                      <a:solidFill>
                        <a:srgbClr val="7066E4"/>
                      </a:solidFill>
                      <a:prstDash val="solid"/>
                      <a:round/>
                      <a:headEnd type="none" w="med" len="med"/>
                      <a:tailEnd type="none" w="med" len="med"/>
                    </a:lnT>
                    <a:lnB w="9525" cap="flat" cmpd="sng" algn="ctr">
                      <a:solidFill>
                        <a:srgbClr val="4041E4"/>
                      </a:solidFill>
                      <a:prstDash val="solid"/>
                      <a:round/>
                      <a:headEnd type="none" w="med" len="med"/>
                      <a:tailEnd type="none" w="med" len="med"/>
                    </a:lnB>
                    <a:solidFill>
                      <a:srgbClr val="FFFFFF"/>
                    </a:solidFill>
                  </a:tcPr>
                </a:tc>
                <a:tc>
                  <a:txBody>
                    <a:bodyPr/>
                    <a:lstStyle/>
                    <a:p>
                      <a:pPr algn="ctr" latinLnBrk="1"/>
                      <a:r>
                        <a:rPr lang="en-US" sz="1600">
                          <a:effectLst/>
                        </a:rPr>
                        <a:t>0.82</a:t>
                      </a:r>
                      <a:endParaRPr lang="en-US" sz="1600">
                        <a:effectLst/>
                      </a:endParaRPr>
                    </a:p>
                  </a:txBody>
                  <a:tcPr marL="23360" marR="23360" marT="4672" marB="4672" anchor="ctr">
                    <a:lnL w="9525" cap="flat" cmpd="sng" algn="ctr">
                      <a:solidFill>
                        <a:srgbClr val="7043E4"/>
                      </a:solidFill>
                      <a:prstDash val="solid"/>
                      <a:round/>
                      <a:headEnd type="none" w="med" len="med"/>
                      <a:tailEnd type="none" w="med" len="med"/>
                    </a:lnL>
                    <a:lnR w="9525" cap="flat" cmpd="sng" algn="ctr">
                      <a:solidFill>
                        <a:srgbClr val="0063E4"/>
                      </a:solidFill>
                      <a:prstDash val="solid"/>
                      <a:round/>
                      <a:headEnd type="none" w="med" len="med"/>
                      <a:tailEnd type="none" w="med" len="med"/>
                    </a:lnR>
                    <a:lnT w="9525" cap="flat" cmpd="sng" algn="ctr">
                      <a:solidFill>
                        <a:srgbClr val="4041E4"/>
                      </a:solidFill>
                      <a:prstDash val="solid"/>
                      <a:round/>
                      <a:headEnd type="none" w="med" len="med"/>
                      <a:tailEnd type="none" w="med" len="med"/>
                    </a:lnT>
                    <a:lnB w="9525" cap="flat" cmpd="sng" algn="ctr">
                      <a:solidFill>
                        <a:srgbClr val="7066E4"/>
                      </a:solidFill>
                      <a:prstDash val="solid"/>
                      <a:round/>
                      <a:headEnd type="none" w="med" len="med"/>
                      <a:tailEnd type="none" w="med" len="med"/>
                    </a:lnB>
                    <a:solidFill>
                      <a:srgbClr val="FFFFFF"/>
                    </a:solidFill>
                  </a:tcPr>
                </a:tc>
                <a:tc>
                  <a:txBody>
                    <a:bodyPr/>
                    <a:lstStyle/>
                    <a:p>
                      <a:pPr algn="ctr" latinLnBrk="1"/>
                      <a:r>
                        <a:rPr lang="en-US" sz="1600">
                          <a:effectLst/>
                        </a:rPr>
                        <a:t>1.00</a:t>
                      </a:r>
                      <a:endParaRPr lang="en-US" sz="1600">
                        <a:effectLst/>
                      </a:endParaRPr>
                    </a:p>
                  </a:txBody>
                  <a:tcPr marL="23360" marR="23360" marT="4672" marB="4672" anchor="ctr">
                    <a:lnL w="9525" cap="flat" cmpd="sng" algn="ctr">
                      <a:solidFill>
                        <a:srgbClr val="0063E4"/>
                      </a:solidFill>
                      <a:prstDash val="solid"/>
                      <a:round/>
                      <a:headEnd type="none" w="med" len="med"/>
                      <a:tailEnd type="none" w="med" len="med"/>
                    </a:lnL>
                    <a:lnR w="9525" cap="flat" cmpd="sng" algn="ctr">
                      <a:solidFill>
                        <a:srgbClr val="7043E4"/>
                      </a:solidFill>
                      <a:prstDash val="solid"/>
                      <a:round/>
                      <a:headEnd type="none" w="med" len="med"/>
                      <a:tailEnd type="none" w="med" len="med"/>
                    </a:lnR>
                    <a:lnT w="9525" cap="flat" cmpd="sng" algn="ctr">
                      <a:solidFill>
                        <a:srgbClr val="7066E4"/>
                      </a:solidFill>
                      <a:prstDash val="solid"/>
                      <a:round/>
                      <a:headEnd type="none" w="med" len="med"/>
                      <a:tailEnd type="none" w="med" len="med"/>
                    </a:lnT>
                    <a:lnB w="9525" cap="flat" cmpd="sng" algn="ctr">
                      <a:solidFill>
                        <a:srgbClr val="4041E4"/>
                      </a:solidFill>
                      <a:prstDash val="solid"/>
                      <a:round/>
                      <a:headEnd type="none" w="med" len="med"/>
                      <a:tailEnd type="none" w="med" len="med"/>
                    </a:lnB>
                    <a:solidFill>
                      <a:srgbClr val="FFFFFF"/>
                    </a:solidFill>
                  </a:tcPr>
                </a:tc>
                <a:tc>
                  <a:txBody>
                    <a:bodyPr/>
                    <a:lstStyle/>
                    <a:p>
                      <a:pPr algn="ctr" latinLnBrk="1"/>
                      <a:r>
                        <a:rPr lang="en-US" sz="1600">
                          <a:effectLst/>
                        </a:rPr>
                        <a:t>0.90</a:t>
                      </a:r>
                      <a:endParaRPr lang="en-US" sz="1600">
                        <a:effectLst/>
                      </a:endParaRPr>
                    </a:p>
                  </a:txBody>
                  <a:tcPr marL="23360" marR="23360" marT="4672" marB="4672" anchor="ctr">
                    <a:lnL w="9525" cap="flat" cmpd="sng" algn="ctr">
                      <a:solidFill>
                        <a:srgbClr val="7043E4"/>
                      </a:solidFill>
                      <a:prstDash val="solid"/>
                      <a:round/>
                      <a:headEnd type="none" w="med" len="med"/>
                      <a:tailEnd type="none" w="med" len="med"/>
                    </a:lnL>
                    <a:lnR w="9525" cap="flat" cmpd="sng" algn="ctr">
                      <a:solidFill>
                        <a:srgbClr val="0063E4"/>
                      </a:solidFill>
                      <a:prstDash val="solid"/>
                      <a:round/>
                      <a:headEnd type="none" w="med" len="med"/>
                      <a:tailEnd type="none" w="med" len="med"/>
                    </a:lnR>
                    <a:lnT w="9525" cap="flat" cmpd="sng" algn="ctr">
                      <a:solidFill>
                        <a:srgbClr val="4041E4"/>
                      </a:solidFill>
                      <a:prstDash val="solid"/>
                      <a:round/>
                      <a:headEnd type="none" w="med" len="med"/>
                      <a:tailEnd type="none" w="med" len="med"/>
                    </a:lnT>
                    <a:lnB w="9525" cap="flat" cmpd="sng" algn="ctr">
                      <a:solidFill>
                        <a:srgbClr val="7066E4"/>
                      </a:solidFill>
                      <a:prstDash val="solid"/>
                      <a:round/>
                      <a:headEnd type="none" w="med" len="med"/>
                      <a:tailEnd type="none" w="med" len="med"/>
                    </a:lnB>
                    <a:solidFill>
                      <a:srgbClr val="FFFFFF"/>
                    </a:solidFill>
                  </a:tcPr>
                </a:tc>
                <a:tc>
                  <a:txBody>
                    <a:bodyPr/>
                    <a:lstStyle/>
                    <a:p>
                      <a:pPr algn="ctr" latinLnBrk="1"/>
                      <a:r>
                        <a:rPr lang="en-US" sz="1600">
                          <a:effectLst/>
                        </a:rPr>
                        <a:t>384</a:t>
                      </a:r>
                      <a:endParaRPr lang="en-US" sz="1600">
                        <a:effectLst/>
                      </a:endParaRPr>
                    </a:p>
                  </a:txBody>
                  <a:tcPr marL="23360" marR="23360" marT="4672" marB="4672" anchor="ctr">
                    <a:lnL w="9525" cap="flat" cmpd="sng" algn="ctr">
                      <a:solidFill>
                        <a:srgbClr val="0063E4"/>
                      </a:solidFill>
                      <a:prstDash val="solid"/>
                      <a:round/>
                      <a:headEnd type="none" w="med" len="med"/>
                      <a:tailEnd type="none" w="med" len="med"/>
                    </a:lnL>
                    <a:lnR w="9525" cap="flat" cmpd="sng" algn="ctr">
                      <a:solidFill>
                        <a:srgbClr val="4041E4"/>
                      </a:solidFill>
                      <a:prstDash val="solid"/>
                      <a:round/>
                      <a:headEnd type="none" w="med" len="med"/>
                      <a:tailEnd type="none" w="med" len="med"/>
                    </a:lnR>
                    <a:lnT w="9525" cap="flat" cmpd="sng" algn="ctr">
                      <a:solidFill>
                        <a:srgbClr val="7066E4"/>
                      </a:solidFill>
                      <a:prstDash val="solid"/>
                      <a:round/>
                      <a:headEnd type="none" w="med" len="med"/>
                      <a:tailEnd type="none" w="med" len="med"/>
                    </a:lnT>
                    <a:lnB w="9525" cap="flat" cmpd="sng" algn="ctr">
                      <a:solidFill>
                        <a:srgbClr val="4041E4"/>
                      </a:solidFill>
                      <a:prstDash val="solid"/>
                      <a:round/>
                      <a:headEnd type="none" w="med" len="med"/>
                      <a:tailEnd type="none" w="med" len="med"/>
                    </a:lnB>
                    <a:solidFill>
                      <a:srgbClr val="FFFFFF"/>
                    </a:solidFill>
                  </a:tcPr>
                </a:tc>
              </a:tr>
              <a:tr h="908209">
                <a:tc>
                  <a:txBody>
                    <a:bodyPr/>
                    <a:lstStyle/>
                    <a:p>
                      <a:pPr algn="ctr" latinLnBrk="1"/>
                      <a:r>
                        <a:rPr lang="en-US" sz="1600">
                          <a:effectLst/>
                        </a:rPr>
                        <a:t>Editing</a:t>
                      </a:r>
                      <a:endParaRPr lang="en-US" sz="1600">
                        <a:effectLst/>
                      </a:endParaRPr>
                    </a:p>
                  </a:txBody>
                  <a:tcPr marL="23360" marR="23360" marT="4672" marB="4672" anchor="ctr">
                    <a:lnL w="9525" cap="flat" cmpd="sng" algn="ctr">
                      <a:solidFill>
                        <a:srgbClr val="7043E4"/>
                      </a:solidFill>
                      <a:prstDash val="solid"/>
                      <a:round/>
                      <a:headEnd type="none" w="med" len="med"/>
                      <a:tailEnd type="none" w="med" len="med"/>
                    </a:lnL>
                    <a:lnR w="9525" cap="flat" cmpd="sng" algn="ctr">
                      <a:solidFill>
                        <a:srgbClr val="0063E4"/>
                      </a:solidFill>
                      <a:prstDash val="solid"/>
                      <a:round/>
                      <a:headEnd type="none" w="med" len="med"/>
                      <a:tailEnd type="none" w="med" len="med"/>
                    </a:lnR>
                    <a:lnT w="9525" cap="flat" cmpd="sng" algn="ctr">
                      <a:solidFill>
                        <a:srgbClr val="4041E4"/>
                      </a:solidFill>
                      <a:prstDash val="solid"/>
                      <a:round/>
                      <a:headEnd type="none" w="med" len="med"/>
                      <a:tailEnd type="none" w="med" len="med"/>
                    </a:lnT>
                    <a:lnB w="9525" cap="flat" cmpd="sng" algn="ctr">
                      <a:solidFill>
                        <a:srgbClr val="0063E4"/>
                      </a:solidFill>
                      <a:prstDash val="solid"/>
                      <a:round/>
                      <a:headEnd type="none" w="med" len="med"/>
                      <a:tailEnd type="none" w="med" len="med"/>
                    </a:lnB>
                    <a:solidFill>
                      <a:srgbClr val="FFFFFF"/>
                    </a:solidFill>
                  </a:tcPr>
                </a:tc>
                <a:tc>
                  <a:txBody>
                    <a:bodyPr/>
                    <a:lstStyle/>
                    <a:p>
                      <a:pPr algn="ctr" latinLnBrk="1"/>
                      <a:r>
                        <a:rPr lang="en-US" sz="1600">
                          <a:effectLst/>
                        </a:rPr>
                        <a:t>0.51</a:t>
                      </a:r>
                      <a:endParaRPr lang="en-US" sz="1600">
                        <a:effectLst/>
                      </a:endParaRPr>
                    </a:p>
                  </a:txBody>
                  <a:tcPr marL="23360" marR="23360" marT="4672" marB="4672" anchor="ctr">
                    <a:lnL w="9525" cap="flat" cmpd="sng" algn="ctr">
                      <a:solidFill>
                        <a:srgbClr val="0063E4"/>
                      </a:solidFill>
                      <a:prstDash val="solid"/>
                      <a:round/>
                      <a:headEnd type="none" w="med" len="med"/>
                      <a:tailEnd type="none" w="med" len="med"/>
                    </a:lnL>
                    <a:lnR w="9525" cap="flat" cmpd="sng" algn="ctr">
                      <a:solidFill>
                        <a:srgbClr val="7043E4"/>
                      </a:solidFill>
                      <a:prstDash val="solid"/>
                      <a:round/>
                      <a:headEnd type="none" w="med" len="med"/>
                      <a:tailEnd type="none" w="med" len="med"/>
                    </a:lnR>
                    <a:lnT w="9525" cap="flat" cmpd="sng" algn="ctr">
                      <a:solidFill>
                        <a:srgbClr val="7066E4"/>
                      </a:solidFill>
                      <a:prstDash val="solid"/>
                      <a:round/>
                      <a:headEnd type="none" w="med" len="med"/>
                      <a:tailEnd type="none" w="med" len="med"/>
                    </a:lnT>
                    <a:lnB w="9525" cap="flat" cmpd="sng" algn="ctr">
                      <a:solidFill>
                        <a:srgbClr val="7043E4"/>
                      </a:solidFill>
                      <a:prstDash val="solid"/>
                      <a:round/>
                      <a:headEnd type="none" w="med" len="med"/>
                      <a:tailEnd type="none" w="med" len="med"/>
                    </a:lnB>
                    <a:solidFill>
                      <a:srgbClr val="FFFFFF"/>
                    </a:solidFill>
                  </a:tcPr>
                </a:tc>
                <a:tc>
                  <a:txBody>
                    <a:bodyPr/>
                    <a:lstStyle/>
                    <a:p>
                      <a:pPr algn="ctr" latinLnBrk="1"/>
                      <a:r>
                        <a:rPr lang="en-US" sz="1600">
                          <a:effectLst/>
                        </a:rPr>
                        <a:t>0.99</a:t>
                      </a:r>
                      <a:endParaRPr lang="en-US" sz="1600">
                        <a:effectLst/>
                      </a:endParaRPr>
                    </a:p>
                  </a:txBody>
                  <a:tcPr marL="23360" marR="23360" marT="4672" marB="4672" anchor="ctr">
                    <a:lnL w="9525" cap="flat" cmpd="sng" algn="ctr">
                      <a:solidFill>
                        <a:srgbClr val="7043E4"/>
                      </a:solidFill>
                      <a:prstDash val="solid"/>
                      <a:round/>
                      <a:headEnd type="none" w="med" len="med"/>
                      <a:tailEnd type="none" w="med" len="med"/>
                    </a:lnL>
                    <a:lnR w="9525" cap="flat" cmpd="sng" algn="ctr">
                      <a:solidFill>
                        <a:srgbClr val="0063E4"/>
                      </a:solidFill>
                      <a:prstDash val="solid"/>
                      <a:round/>
                      <a:headEnd type="none" w="med" len="med"/>
                      <a:tailEnd type="none" w="med" len="med"/>
                    </a:lnR>
                    <a:lnT w="9525" cap="flat" cmpd="sng" algn="ctr">
                      <a:solidFill>
                        <a:srgbClr val="4041E4"/>
                      </a:solidFill>
                      <a:prstDash val="solid"/>
                      <a:round/>
                      <a:headEnd type="none" w="med" len="med"/>
                      <a:tailEnd type="none" w="med" len="med"/>
                    </a:lnT>
                    <a:lnB w="9525" cap="flat" cmpd="sng" algn="ctr">
                      <a:solidFill>
                        <a:srgbClr val="0063E4"/>
                      </a:solidFill>
                      <a:prstDash val="solid"/>
                      <a:round/>
                      <a:headEnd type="none" w="med" len="med"/>
                      <a:tailEnd type="none" w="med" len="med"/>
                    </a:lnB>
                    <a:solidFill>
                      <a:srgbClr val="FFFFFF"/>
                    </a:solidFill>
                  </a:tcPr>
                </a:tc>
                <a:tc>
                  <a:txBody>
                    <a:bodyPr/>
                    <a:lstStyle/>
                    <a:p>
                      <a:pPr algn="ctr" latinLnBrk="1"/>
                      <a:r>
                        <a:rPr lang="en-US" sz="1600">
                          <a:effectLst/>
                        </a:rPr>
                        <a:t>0.68</a:t>
                      </a:r>
                      <a:endParaRPr lang="en-US" sz="1600">
                        <a:effectLst/>
                      </a:endParaRPr>
                    </a:p>
                  </a:txBody>
                  <a:tcPr marL="23360" marR="23360" marT="4672" marB="4672" anchor="ctr">
                    <a:lnL w="9525" cap="flat" cmpd="sng" algn="ctr">
                      <a:solidFill>
                        <a:srgbClr val="0063E4"/>
                      </a:solidFill>
                      <a:prstDash val="solid"/>
                      <a:round/>
                      <a:headEnd type="none" w="med" len="med"/>
                      <a:tailEnd type="none" w="med" len="med"/>
                    </a:lnL>
                    <a:lnR w="9525" cap="flat" cmpd="sng" algn="ctr">
                      <a:solidFill>
                        <a:srgbClr val="7043E4"/>
                      </a:solidFill>
                      <a:prstDash val="solid"/>
                      <a:round/>
                      <a:headEnd type="none" w="med" len="med"/>
                      <a:tailEnd type="none" w="med" len="med"/>
                    </a:lnR>
                    <a:lnT w="9525" cap="flat" cmpd="sng" algn="ctr">
                      <a:solidFill>
                        <a:srgbClr val="7066E4"/>
                      </a:solidFill>
                      <a:prstDash val="solid"/>
                      <a:round/>
                      <a:headEnd type="none" w="med" len="med"/>
                      <a:tailEnd type="none" w="med" len="med"/>
                    </a:lnT>
                    <a:lnB w="9525" cap="flat" cmpd="sng" algn="ctr">
                      <a:solidFill>
                        <a:srgbClr val="7043E4"/>
                      </a:solidFill>
                      <a:prstDash val="solid"/>
                      <a:round/>
                      <a:headEnd type="none" w="med" len="med"/>
                      <a:tailEnd type="none" w="med" len="med"/>
                    </a:lnB>
                    <a:solidFill>
                      <a:srgbClr val="FFFFFF"/>
                    </a:solidFill>
                  </a:tcPr>
                </a:tc>
                <a:tc>
                  <a:txBody>
                    <a:bodyPr/>
                    <a:lstStyle/>
                    <a:p>
                      <a:pPr algn="ctr" latinLnBrk="1"/>
                      <a:r>
                        <a:rPr lang="en-US" sz="1600" dirty="0">
                          <a:effectLst/>
                        </a:rPr>
                        <a:t>195</a:t>
                      </a:r>
                      <a:endParaRPr lang="en-US" sz="1600" dirty="0">
                        <a:effectLst/>
                      </a:endParaRPr>
                    </a:p>
                  </a:txBody>
                  <a:tcPr marL="23360" marR="23360" marT="4672" marB="4672" anchor="ctr">
                    <a:lnL w="9525" cap="flat" cmpd="sng" algn="ctr">
                      <a:solidFill>
                        <a:srgbClr val="7043E4"/>
                      </a:solidFill>
                      <a:prstDash val="solid"/>
                      <a:round/>
                      <a:headEnd type="none" w="med" len="med"/>
                      <a:tailEnd type="none" w="med" len="med"/>
                    </a:lnL>
                    <a:lnR w="9525" cap="flat" cmpd="sng" algn="ctr">
                      <a:solidFill>
                        <a:srgbClr val="7066E4"/>
                      </a:solidFill>
                      <a:prstDash val="solid"/>
                      <a:round/>
                      <a:headEnd type="none" w="med" len="med"/>
                      <a:tailEnd type="none" w="med" len="med"/>
                    </a:lnR>
                    <a:lnT w="9525" cap="flat" cmpd="sng" algn="ctr">
                      <a:solidFill>
                        <a:srgbClr val="4041E4"/>
                      </a:solidFill>
                      <a:prstDash val="solid"/>
                      <a:round/>
                      <a:headEnd type="none" w="med" len="med"/>
                      <a:tailEnd type="none" w="med" len="med"/>
                    </a:lnT>
                    <a:lnB w="9525" cap="flat" cmpd="sng" algn="ctr">
                      <a:solidFill>
                        <a:srgbClr val="0063E4"/>
                      </a:solidFill>
                      <a:prstDash val="solid"/>
                      <a:round/>
                      <a:headEnd type="none" w="med" len="med"/>
                      <a:tailEnd type="none" w="med" len="med"/>
                    </a:lnB>
                    <a:solidFill>
                      <a:srgbClr val="FFFFFF"/>
                    </a:solidFill>
                  </a:tcPr>
                </a:tc>
              </a:tr>
            </a:tbl>
          </a:graphicData>
        </a:graphic>
      </p:graphicFrame>
      <p:sp>
        <p:nvSpPr>
          <p:cNvPr id="7" name="Text Placeholder 6"/>
          <p:cNvSpPr>
            <a:spLocks noGrp="1"/>
          </p:cNvSpPr>
          <p:nvPr>
            <p:ph type="body" sz="quarter" idx="3"/>
          </p:nvPr>
        </p:nvSpPr>
        <p:spPr>
          <a:xfrm>
            <a:off x="6172200" y="1681163"/>
            <a:ext cx="5183188" cy="823912"/>
          </a:xfrm>
        </p:spPr>
        <p:txBody>
          <a:bodyPr/>
          <a:lstStyle/>
          <a:p>
            <a:r>
              <a:rPr lang="en-US" dirty="0"/>
              <a:t>Fine-Tuned Model</a:t>
            </a:r>
            <a:endParaRPr lang="en-US" dirty="0"/>
          </a:p>
        </p:txBody>
      </p:sp>
      <p:graphicFrame>
        <p:nvGraphicFramePr>
          <p:cNvPr id="10" name="Content Placeholder 9"/>
          <p:cNvGraphicFramePr>
            <a:graphicFrameLocks noGrp="1"/>
          </p:cNvGraphicFramePr>
          <p:nvPr>
            <p:ph sz="quarter" idx="4"/>
          </p:nvPr>
        </p:nvGraphicFramePr>
        <p:xfrm>
          <a:off x="6172200" y="2505074"/>
          <a:ext cx="5183190" cy="3632836"/>
        </p:xfrm>
        <a:graphic>
          <a:graphicData uri="http://schemas.openxmlformats.org/drawingml/2006/table">
            <a:tbl>
              <a:tblPr/>
              <a:tblGrid>
                <a:gridCol w="1036638"/>
                <a:gridCol w="1036638"/>
                <a:gridCol w="1036638"/>
                <a:gridCol w="1036638"/>
                <a:gridCol w="1036638"/>
              </a:tblGrid>
              <a:tr h="908209">
                <a:tc>
                  <a:txBody>
                    <a:bodyPr/>
                    <a:lstStyle/>
                    <a:p>
                      <a:pPr algn="ctr" latinLnBrk="1"/>
                      <a:r>
                        <a:rPr lang="en-US" sz="1600">
                          <a:effectLst/>
                        </a:rPr>
                        <a:t>Label</a:t>
                      </a:r>
                      <a:endParaRPr lang="en-US" sz="1600">
                        <a:effectLst/>
                      </a:endParaRPr>
                    </a:p>
                  </a:txBody>
                  <a:tcPr marL="23475" marR="23475" marT="4695" marB="4695" anchor="ctr">
                    <a:lnL w="9525" cap="flat" cmpd="sng" algn="ctr">
                      <a:solidFill>
                        <a:srgbClr val="2088C1"/>
                      </a:solidFill>
                      <a:prstDash val="solid"/>
                      <a:round/>
                      <a:headEnd type="none" w="med" len="med"/>
                      <a:tailEnd type="none" w="med" len="med"/>
                    </a:lnL>
                    <a:lnR w="9525" cap="flat" cmpd="sng" algn="ctr">
                      <a:solidFill>
                        <a:srgbClr val="B093C1"/>
                      </a:solidFill>
                      <a:prstDash val="solid"/>
                      <a:round/>
                      <a:headEnd type="none" w="med" len="med"/>
                      <a:tailEnd type="none" w="med" len="med"/>
                    </a:lnR>
                    <a:lnT w="9525" cap="flat" cmpd="sng" algn="ctr">
                      <a:solidFill>
                        <a:srgbClr val="609DC1"/>
                      </a:solidFill>
                      <a:prstDash val="solid"/>
                      <a:round/>
                      <a:headEnd type="none" w="med" len="med"/>
                      <a:tailEnd type="none" w="med" len="med"/>
                    </a:lnT>
                    <a:lnB w="9525" cap="flat" cmpd="sng" algn="ctr">
                      <a:solidFill>
                        <a:srgbClr val="2088C1"/>
                      </a:solidFill>
                      <a:prstDash val="solid"/>
                      <a:round/>
                      <a:headEnd type="none" w="med" len="med"/>
                      <a:tailEnd type="none" w="med" len="med"/>
                    </a:lnB>
                    <a:solidFill>
                      <a:srgbClr val="FFFFFF"/>
                    </a:solidFill>
                  </a:tcPr>
                </a:tc>
                <a:tc>
                  <a:txBody>
                    <a:bodyPr/>
                    <a:lstStyle/>
                    <a:p>
                      <a:pPr algn="ctr" latinLnBrk="1"/>
                      <a:r>
                        <a:rPr lang="en-US" sz="1600" dirty="0">
                          <a:effectLst/>
                        </a:rPr>
                        <a:t>Precision</a:t>
                      </a:r>
                      <a:endParaRPr lang="en-US" sz="1600" dirty="0">
                        <a:effectLst/>
                      </a:endParaRPr>
                    </a:p>
                  </a:txBody>
                  <a:tcPr marL="23475" marR="23475" marT="4695" marB="4695" anchor="ctr">
                    <a:lnL w="9525" cap="flat" cmpd="sng" algn="ctr">
                      <a:solidFill>
                        <a:srgbClr val="B093C1"/>
                      </a:solidFill>
                      <a:prstDash val="solid"/>
                      <a:round/>
                      <a:headEnd type="none" w="med" len="med"/>
                      <a:tailEnd type="none" w="med" len="med"/>
                    </a:lnL>
                    <a:lnR w="9525" cap="flat" cmpd="sng" algn="ctr">
                      <a:solidFill>
                        <a:srgbClr val="2088C1"/>
                      </a:solidFill>
                      <a:prstDash val="solid"/>
                      <a:round/>
                      <a:headEnd type="none" w="med" len="med"/>
                      <a:tailEnd type="none" w="med" len="med"/>
                    </a:lnR>
                    <a:lnT w="9525" cap="flat" cmpd="sng" algn="ctr">
                      <a:solidFill>
                        <a:srgbClr val="3091C1"/>
                      </a:solidFill>
                      <a:prstDash val="solid"/>
                      <a:round/>
                      <a:headEnd type="none" w="med" len="med"/>
                      <a:tailEnd type="none" w="med" len="med"/>
                    </a:lnT>
                    <a:lnB w="9525" cap="flat" cmpd="sng" algn="ctr">
                      <a:solidFill>
                        <a:srgbClr val="B093C1"/>
                      </a:solidFill>
                      <a:prstDash val="solid"/>
                      <a:round/>
                      <a:headEnd type="none" w="med" len="med"/>
                      <a:tailEnd type="none" w="med" len="med"/>
                    </a:lnB>
                    <a:solidFill>
                      <a:srgbClr val="FFFFFF"/>
                    </a:solidFill>
                  </a:tcPr>
                </a:tc>
                <a:tc>
                  <a:txBody>
                    <a:bodyPr/>
                    <a:lstStyle/>
                    <a:p>
                      <a:pPr algn="ctr" latinLnBrk="1"/>
                      <a:r>
                        <a:rPr lang="en-US" sz="1600">
                          <a:effectLst/>
                        </a:rPr>
                        <a:t>Recall</a:t>
                      </a:r>
                      <a:endParaRPr lang="en-US" sz="1600">
                        <a:effectLst/>
                      </a:endParaRPr>
                    </a:p>
                  </a:txBody>
                  <a:tcPr marL="23475" marR="23475" marT="4695" marB="4695" anchor="ctr">
                    <a:lnL w="9525" cap="flat" cmpd="sng" algn="ctr">
                      <a:solidFill>
                        <a:srgbClr val="2088C1"/>
                      </a:solidFill>
                      <a:prstDash val="solid"/>
                      <a:round/>
                      <a:headEnd type="none" w="med" len="med"/>
                      <a:tailEnd type="none" w="med" len="med"/>
                    </a:lnL>
                    <a:lnR w="9525" cap="flat" cmpd="sng" algn="ctr">
                      <a:solidFill>
                        <a:srgbClr val="B093C1"/>
                      </a:solidFill>
                      <a:prstDash val="solid"/>
                      <a:round/>
                      <a:headEnd type="none" w="med" len="med"/>
                      <a:tailEnd type="none" w="med" len="med"/>
                    </a:lnR>
                    <a:lnT w="9525" cap="flat" cmpd="sng" algn="ctr">
                      <a:solidFill>
                        <a:srgbClr val="609DC1"/>
                      </a:solidFill>
                      <a:prstDash val="solid"/>
                      <a:round/>
                      <a:headEnd type="none" w="med" len="med"/>
                      <a:tailEnd type="none" w="med" len="med"/>
                    </a:lnT>
                    <a:lnB w="9525" cap="flat" cmpd="sng" algn="ctr">
                      <a:solidFill>
                        <a:srgbClr val="2088C1"/>
                      </a:solidFill>
                      <a:prstDash val="solid"/>
                      <a:round/>
                      <a:headEnd type="none" w="med" len="med"/>
                      <a:tailEnd type="none" w="med" len="med"/>
                    </a:lnB>
                    <a:solidFill>
                      <a:srgbClr val="FFFFFF"/>
                    </a:solidFill>
                  </a:tcPr>
                </a:tc>
                <a:tc>
                  <a:txBody>
                    <a:bodyPr/>
                    <a:lstStyle/>
                    <a:p>
                      <a:pPr algn="ctr" latinLnBrk="1"/>
                      <a:r>
                        <a:rPr lang="en-US" sz="1600">
                          <a:effectLst/>
                        </a:rPr>
                        <a:t>F1-Score</a:t>
                      </a:r>
                      <a:endParaRPr lang="en-US" sz="1600">
                        <a:effectLst/>
                      </a:endParaRPr>
                    </a:p>
                  </a:txBody>
                  <a:tcPr marL="23475" marR="23475" marT="4695" marB="4695" anchor="ctr">
                    <a:lnL w="9525" cap="flat" cmpd="sng" algn="ctr">
                      <a:solidFill>
                        <a:srgbClr val="B093C1"/>
                      </a:solidFill>
                      <a:prstDash val="solid"/>
                      <a:round/>
                      <a:headEnd type="none" w="med" len="med"/>
                      <a:tailEnd type="none" w="med" len="med"/>
                    </a:lnL>
                    <a:lnR w="9525" cap="flat" cmpd="sng" algn="ctr">
                      <a:solidFill>
                        <a:srgbClr val="2088C1"/>
                      </a:solidFill>
                      <a:prstDash val="solid"/>
                      <a:round/>
                      <a:headEnd type="none" w="med" len="med"/>
                      <a:tailEnd type="none" w="med" len="med"/>
                    </a:lnR>
                    <a:lnT w="9525" cap="flat" cmpd="sng" algn="ctr">
                      <a:solidFill>
                        <a:srgbClr val="3091C1"/>
                      </a:solidFill>
                      <a:prstDash val="solid"/>
                      <a:round/>
                      <a:headEnd type="none" w="med" len="med"/>
                      <a:tailEnd type="none" w="med" len="med"/>
                    </a:lnT>
                    <a:lnB w="9525" cap="flat" cmpd="sng" algn="ctr">
                      <a:solidFill>
                        <a:srgbClr val="B093C1"/>
                      </a:solidFill>
                      <a:prstDash val="solid"/>
                      <a:round/>
                      <a:headEnd type="none" w="med" len="med"/>
                      <a:tailEnd type="none" w="med" len="med"/>
                    </a:lnB>
                    <a:solidFill>
                      <a:srgbClr val="FFFFFF"/>
                    </a:solidFill>
                  </a:tcPr>
                </a:tc>
                <a:tc>
                  <a:txBody>
                    <a:bodyPr/>
                    <a:lstStyle/>
                    <a:p>
                      <a:pPr algn="ctr" latinLnBrk="1"/>
                      <a:r>
                        <a:rPr lang="en-US" sz="1600">
                          <a:effectLst/>
                        </a:rPr>
                        <a:t>Support</a:t>
                      </a:r>
                      <a:endParaRPr lang="en-US" sz="1600">
                        <a:effectLst/>
                      </a:endParaRPr>
                    </a:p>
                  </a:txBody>
                  <a:tcPr marL="23475" marR="23475" marT="4695" marB="4695" anchor="ctr">
                    <a:lnL w="9525" cap="flat" cmpd="sng" algn="ctr">
                      <a:solidFill>
                        <a:srgbClr val="2088C1"/>
                      </a:solidFill>
                      <a:prstDash val="solid"/>
                      <a:round/>
                      <a:headEnd type="none" w="med" len="med"/>
                      <a:tailEnd type="none" w="med" len="med"/>
                    </a:lnL>
                    <a:lnR w="9525" cap="flat" cmpd="sng" algn="ctr">
                      <a:solidFill>
                        <a:srgbClr val="B093C1"/>
                      </a:solidFill>
                      <a:prstDash val="solid"/>
                      <a:round/>
                      <a:headEnd type="none" w="med" len="med"/>
                      <a:tailEnd type="none" w="med" len="med"/>
                    </a:lnR>
                    <a:lnT w="9525" cap="flat" cmpd="sng" algn="ctr">
                      <a:solidFill>
                        <a:srgbClr val="609DC1"/>
                      </a:solidFill>
                      <a:prstDash val="solid"/>
                      <a:round/>
                      <a:headEnd type="none" w="med" len="med"/>
                      <a:tailEnd type="none" w="med" len="med"/>
                    </a:lnT>
                    <a:lnB w="9525" cap="flat" cmpd="sng" algn="ctr">
                      <a:solidFill>
                        <a:srgbClr val="2088C1"/>
                      </a:solidFill>
                      <a:prstDash val="solid"/>
                      <a:round/>
                      <a:headEnd type="none" w="med" len="med"/>
                      <a:tailEnd type="none" w="med" len="med"/>
                    </a:lnB>
                    <a:solidFill>
                      <a:srgbClr val="FFFFFF"/>
                    </a:solidFill>
                  </a:tcPr>
                </a:tc>
              </a:tr>
              <a:tr h="908209">
                <a:tc>
                  <a:txBody>
                    <a:bodyPr/>
                    <a:lstStyle/>
                    <a:p>
                      <a:pPr algn="ctr" latinLnBrk="1"/>
                      <a:r>
                        <a:rPr lang="en-US" sz="1600">
                          <a:effectLst/>
                        </a:rPr>
                        <a:t>Planning</a:t>
                      </a:r>
                      <a:endParaRPr lang="en-US" sz="1600">
                        <a:effectLst/>
                      </a:endParaRPr>
                    </a:p>
                  </a:txBody>
                  <a:tcPr marL="23475" marR="23475" marT="4695" marB="4695" anchor="ctr">
                    <a:lnL w="9525" cap="flat" cmpd="sng" algn="ctr">
                      <a:solidFill>
                        <a:srgbClr val="609DC1"/>
                      </a:solidFill>
                      <a:prstDash val="solid"/>
                      <a:round/>
                      <a:headEnd type="none" w="med" len="med"/>
                      <a:tailEnd type="none" w="med" len="med"/>
                    </a:lnL>
                    <a:lnR w="9525" cap="flat" cmpd="sng" algn="ctr">
                      <a:solidFill>
                        <a:srgbClr val="3091C1"/>
                      </a:solidFill>
                      <a:prstDash val="solid"/>
                      <a:round/>
                      <a:headEnd type="none" w="med" len="med"/>
                      <a:tailEnd type="none" w="med" len="med"/>
                    </a:lnR>
                    <a:lnT w="9525" cap="flat" cmpd="sng" algn="ctr">
                      <a:solidFill>
                        <a:srgbClr val="2088C1"/>
                      </a:solidFill>
                      <a:prstDash val="solid"/>
                      <a:round/>
                      <a:headEnd type="none" w="med" len="med"/>
                      <a:tailEnd type="none" w="med" len="med"/>
                    </a:lnT>
                    <a:lnB w="9525" cap="flat" cmpd="sng" algn="ctr">
                      <a:solidFill>
                        <a:srgbClr val="B093C1"/>
                      </a:solidFill>
                      <a:prstDash val="solid"/>
                      <a:round/>
                      <a:headEnd type="none" w="med" len="med"/>
                      <a:tailEnd type="none" w="med" len="med"/>
                    </a:lnB>
                    <a:solidFill>
                      <a:srgbClr val="FFFFFF"/>
                    </a:solidFill>
                  </a:tcPr>
                </a:tc>
                <a:tc>
                  <a:txBody>
                    <a:bodyPr/>
                    <a:lstStyle/>
                    <a:p>
                      <a:pPr algn="ctr" latinLnBrk="1"/>
                      <a:r>
                        <a:rPr lang="en-US" sz="1600">
                          <a:effectLst/>
                        </a:rPr>
                        <a:t>0.81</a:t>
                      </a:r>
                      <a:endParaRPr lang="en-US" sz="1600">
                        <a:effectLst/>
                      </a:endParaRPr>
                    </a:p>
                  </a:txBody>
                  <a:tcPr marL="23475" marR="23475" marT="4695" marB="4695" anchor="ctr">
                    <a:lnL w="9525" cap="flat" cmpd="sng" algn="ctr">
                      <a:solidFill>
                        <a:srgbClr val="3091C1"/>
                      </a:solidFill>
                      <a:prstDash val="solid"/>
                      <a:round/>
                      <a:headEnd type="none" w="med" len="med"/>
                      <a:tailEnd type="none" w="med" len="med"/>
                    </a:lnL>
                    <a:lnR w="9525" cap="flat" cmpd="sng" algn="ctr">
                      <a:solidFill>
                        <a:srgbClr val="609DC1"/>
                      </a:solidFill>
                      <a:prstDash val="solid"/>
                      <a:round/>
                      <a:headEnd type="none" w="med" len="med"/>
                      <a:tailEnd type="none" w="med" len="med"/>
                    </a:lnR>
                    <a:lnT w="9525" cap="flat" cmpd="sng" algn="ctr">
                      <a:solidFill>
                        <a:srgbClr val="B093C1"/>
                      </a:solidFill>
                      <a:prstDash val="solid"/>
                      <a:round/>
                      <a:headEnd type="none" w="med" len="med"/>
                      <a:tailEnd type="none" w="med" len="med"/>
                    </a:lnT>
                    <a:lnB w="9525" cap="flat" cmpd="sng" algn="ctr">
                      <a:solidFill>
                        <a:srgbClr val="2088C1"/>
                      </a:solidFill>
                      <a:prstDash val="solid"/>
                      <a:round/>
                      <a:headEnd type="none" w="med" len="med"/>
                      <a:tailEnd type="none" w="med" len="med"/>
                    </a:lnB>
                    <a:solidFill>
                      <a:srgbClr val="FFFFFF"/>
                    </a:solidFill>
                  </a:tcPr>
                </a:tc>
                <a:tc>
                  <a:txBody>
                    <a:bodyPr/>
                    <a:lstStyle/>
                    <a:p>
                      <a:pPr algn="ctr" latinLnBrk="1"/>
                      <a:r>
                        <a:rPr lang="en-US" sz="1600">
                          <a:effectLst/>
                        </a:rPr>
                        <a:t>0.90</a:t>
                      </a:r>
                      <a:endParaRPr lang="en-US" sz="1600">
                        <a:effectLst/>
                      </a:endParaRPr>
                    </a:p>
                  </a:txBody>
                  <a:tcPr marL="23475" marR="23475" marT="4695" marB="4695" anchor="ctr">
                    <a:lnL w="9525" cap="flat" cmpd="sng" algn="ctr">
                      <a:solidFill>
                        <a:srgbClr val="609DC1"/>
                      </a:solidFill>
                      <a:prstDash val="solid"/>
                      <a:round/>
                      <a:headEnd type="none" w="med" len="med"/>
                      <a:tailEnd type="none" w="med" len="med"/>
                    </a:lnL>
                    <a:lnR w="9525" cap="flat" cmpd="sng" algn="ctr">
                      <a:solidFill>
                        <a:srgbClr val="3091C1"/>
                      </a:solidFill>
                      <a:prstDash val="solid"/>
                      <a:round/>
                      <a:headEnd type="none" w="med" len="med"/>
                      <a:tailEnd type="none" w="med" len="med"/>
                    </a:lnR>
                    <a:lnT w="9525" cap="flat" cmpd="sng" algn="ctr">
                      <a:solidFill>
                        <a:srgbClr val="2088C1"/>
                      </a:solidFill>
                      <a:prstDash val="solid"/>
                      <a:round/>
                      <a:headEnd type="none" w="med" len="med"/>
                      <a:tailEnd type="none" w="med" len="med"/>
                    </a:lnT>
                    <a:lnB w="9525" cap="flat" cmpd="sng" algn="ctr">
                      <a:solidFill>
                        <a:srgbClr val="B093C1"/>
                      </a:solidFill>
                      <a:prstDash val="solid"/>
                      <a:round/>
                      <a:headEnd type="none" w="med" len="med"/>
                      <a:tailEnd type="none" w="med" len="med"/>
                    </a:lnB>
                    <a:solidFill>
                      <a:srgbClr val="FFFFFF"/>
                    </a:solidFill>
                  </a:tcPr>
                </a:tc>
                <a:tc>
                  <a:txBody>
                    <a:bodyPr/>
                    <a:lstStyle/>
                    <a:p>
                      <a:pPr algn="ctr" latinLnBrk="1"/>
                      <a:r>
                        <a:rPr lang="en-US" sz="1600">
                          <a:effectLst/>
                        </a:rPr>
                        <a:t>0.85</a:t>
                      </a:r>
                      <a:endParaRPr lang="en-US" sz="1600">
                        <a:effectLst/>
                      </a:endParaRPr>
                    </a:p>
                  </a:txBody>
                  <a:tcPr marL="23475" marR="23475" marT="4695" marB="4695" anchor="ctr">
                    <a:lnL w="9525" cap="flat" cmpd="sng" algn="ctr">
                      <a:solidFill>
                        <a:srgbClr val="3091C1"/>
                      </a:solidFill>
                      <a:prstDash val="solid"/>
                      <a:round/>
                      <a:headEnd type="none" w="med" len="med"/>
                      <a:tailEnd type="none" w="med" len="med"/>
                    </a:lnL>
                    <a:lnR w="9525" cap="flat" cmpd="sng" algn="ctr">
                      <a:solidFill>
                        <a:srgbClr val="609DC1"/>
                      </a:solidFill>
                      <a:prstDash val="solid"/>
                      <a:round/>
                      <a:headEnd type="none" w="med" len="med"/>
                      <a:tailEnd type="none" w="med" len="med"/>
                    </a:lnR>
                    <a:lnT w="9525" cap="flat" cmpd="sng" algn="ctr">
                      <a:solidFill>
                        <a:srgbClr val="B093C1"/>
                      </a:solidFill>
                      <a:prstDash val="solid"/>
                      <a:round/>
                      <a:headEnd type="none" w="med" len="med"/>
                      <a:tailEnd type="none" w="med" len="med"/>
                    </a:lnT>
                    <a:lnB w="9525" cap="flat" cmpd="sng" algn="ctr">
                      <a:solidFill>
                        <a:srgbClr val="2088C1"/>
                      </a:solidFill>
                      <a:prstDash val="solid"/>
                      <a:round/>
                      <a:headEnd type="none" w="med" len="med"/>
                      <a:tailEnd type="none" w="med" len="med"/>
                    </a:lnB>
                    <a:solidFill>
                      <a:srgbClr val="FFFFFF"/>
                    </a:solidFill>
                  </a:tcPr>
                </a:tc>
                <a:tc>
                  <a:txBody>
                    <a:bodyPr/>
                    <a:lstStyle/>
                    <a:p>
                      <a:pPr algn="ctr" latinLnBrk="1"/>
                      <a:r>
                        <a:rPr lang="en-US" sz="1600">
                          <a:effectLst/>
                        </a:rPr>
                        <a:t>179</a:t>
                      </a:r>
                      <a:endParaRPr lang="en-US" sz="1600">
                        <a:effectLst/>
                      </a:endParaRPr>
                    </a:p>
                  </a:txBody>
                  <a:tcPr marL="23475" marR="23475" marT="4695" marB="4695" anchor="ctr">
                    <a:lnL w="9525" cap="flat" cmpd="sng" algn="ctr">
                      <a:solidFill>
                        <a:srgbClr val="609DC1"/>
                      </a:solidFill>
                      <a:prstDash val="solid"/>
                      <a:round/>
                      <a:headEnd type="none" w="med" len="med"/>
                      <a:tailEnd type="none" w="med" len="med"/>
                    </a:lnL>
                    <a:lnR w="9525" cap="flat" cmpd="sng" algn="ctr">
                      <a:solidFill>
                        <a:srgbClr val="B093C1"/>
                      </a:solidFill>
                      <a:prstDash val="solid"/>
                      <a:round/>
                      <a:headEnd type="none" w="med" len="med"/>
                      <a:tailEnd type="none" w="med" len="med"/>
                    </a:lnR>
                    <a:lnT w="9525" cap="flat" cmpd="sng" algn="ctr">
                      <a:solidFill>
                        <a:srgbClr val="2088C1"/>
                      </a:solidFill>
                      <a:prstDash val="solid"/>
                      <a:round/>
                      <a:headEnd type="none" w="med" len="med"/>
                      <a:tailEnd type="none" w="med" len="med"/>
                    </a:lnT>
                    <a:lnB w="9525" cap="flat" cmpd="sng" algn="ctr">
                      <a:solidFill>
                        <a:srgbClr val="B093C1"/>
                      </a:solidFill>
                      <a:prstDash val="solid"/>
                      <a:round/>
                      <a:headEnd type="none" w="med" len="med"/>
                      <a:tailEnd type="none" w="med" len="med"/>
                    </a:lnB>
                    <a:solidFill>
                      <a:srgbClr val="FFFFFF"/>
                    </a:solidFill>
                  </a:tcPr>
                </a:tc>
              </a:tr>
              <a:tr h="908209">
                <a:tc>
                  <a:txBody>
                    <a:bodyPr/>
                    <a:lstStyle/>
                    <a:p>
                      <a:pPr algn="ctr" latinLnBrk="1"/>
                      <a:r>
                        <a:rPr lang="en-US" sz="1600">
                          <a:effectLst/>
                        </a:rPr>
                        <a:t>Translating</a:t>
                      </a:r>
                      <a:endParaRPr lang="en-US" sz="1600">
                        <a:effectLst/>
                      </a:endParaRPr>
                    </a:p>
                  </a:txBody>
                  <a:tcPr marL="23475" marR="23475" marT="4695" marB="4695" anchor="ctr">
                    <a:lnL w="9525" cap="flat" cmpd="sng" algn="ctr">
                      <a:solidFill>
                        <a:srgbClr val="3091C1"/>
                      </a:solidFill>
                      <a:prstDash val="solid"/>
                      <a:round/>
                      <a:headEnd type="none" w="med" len="med"/>
                      <a:tailEnd type="none" w="med" len="med"/>
                    </a:lnL>
                    <a:lnR w="9525" cap="flat" cmpd="sng" algn="ctr">
                      <a:solidFill>
                        <a:srgbClr val="609DC1"/>
                      </a:solidFill>
                      <a:prstDash val="solid"/>
                      <a:round/>
                      <a:headEnd type="none" w="med" len="med"/>
                      <a:tailEnd type="none" w="med" len="med"/>
                    </a:lnR>
                    <a:lnT w="9525" cap="flat" cmpd="sng" algn="ctr">
                      <a:solidFill>
                        <a:srgbClr val="B093C1"/>
                      </a:solidFill>
                      <a:prstDash val="solid"/>
                      <a:round/>
                      <a:headEnd type="none" w="med" len="med"/>
                      <a:tailEnd type="none" w="med" len="med"/>
                    </a:lnT>
                    <a:lnB w="9525" cap="flat" cmpd="sng" algn="ctr">
                      <a:solidFill>
                        <a:srgbClr val="2088C1"/>
                      </a:solidFill>
                      <a:prstDash val="solid"/>
                      <a:round/>
                      <a:headEnd type="none" w="med" len="med"/>
                      <a:tailEnd type="none" w="med" len="med"/>
                    </a:lnB>
                    <a:solidFill>
                      <a:srgbClr val="FFFFFF"/>
                    </a:solidFill>
                  </a:tcPr>
                </a:tc>
                <a:tc>
                  <a:txBody>
                    <a:bodyPr/>
                    <a:lstStyle/>
                    <a:p>
                      <a:pPr algn="ctr" latinLnBrk="1"/>
                      <a:r>
                        <a:rPr lang="en-US" sz="1600">
                          <a:effectLst/>
                        </a:rPr>
                        <a:t>0.98</a:t>
                      </a:r>
                      <a:endParaRPr lang="en-US" sz="1600">
                        <a:effectLst/>
                      </a:endParaRPr>
                    </a:p>
                  </a:txBody>
                  <a:tcPr marL="23475" marR="23475" marT="4695" marB="4695" anchor="ctr">
                    <a:lnL w="9525" cap="flat" cmpd="sng" algn="ctr">
                      <a:solidFill>
                        <a:srgbClr val="609DC1"/>
                      </a:solidFill>
                      <a:prstDash val="solid"/>
                      <a:round/>
                      <a:headEnd type="none" w="med" len="med"/>
                      <a:tailEnd type="none" w="med" len="med"/>
                    </a:lnL>
                    <a:lnR w="9525" cap="flat" cmpd="sng" algn="ctr">
                      <a:solidFill>
                        <a:srgbClr val="3091C1"/>
                      </a:solidFill>
                      <a:prstDash val="solid"/>
                      <a:round/>
                      <a:headEnd type="none" w="med" len="med"/>
                      <a:tailEnd type="none" w="med" len="med"/>
                    </a:lnR>
                    <a:lnT w="9525" cap="flat" cmpd="sng" algn="ctr">
                      <a:solidFill>
                        <a:srgbClr val="2088C1"/>
                      </a:solidFill>
                      <a:prstDash val="solid"/>
                      <a:round/>
                      <a:headEnd type="none" w="med" len="med"/>
                      <a:tailEnd type="none" w="med" len="med"/>
                    </a:lnT>
                    <a:lnB w="9525" cap="flat" cmpd="sng" algn="ctr">
                      <a:solidFill>
                        <a:srgbClr val="B093C1"/>
                      </a:solidFill>
                      <a:prstDash val="solid"/>
                      <a:round/>
                      <a:headEnd type="none" w="med" len="med"/>
                      <a:tailEnd type="none" w="med" len="med"/>
                    </a:lnB>
                    <a:solidFill>
                      <a:srgbClr val="FFFFFF"/>
                    </a:solidFill>
                  </a:tcPr>
                </a:tc>
                <a:tc>
                  <a:txBody>
                    <a:bodyPr/>
                    <a:lstStyle/>
                    <a:p>
                      <a:pPr algn="ctr" latinLnBrk="1"/>
                      <a:r>
                        <a:rPr lang="en-US" sz="1600">
                          <a:effectLst/>
                        </a:rPr>
                        <a:t>0.91</a:t>
                      </a:r>
                      <a:endParaRPr lang="en-US" sz="1600">
                        <a:effectLst/>
                      </a:endParaRPr>
                    </a:p>
                  </a:txBody>
                  <a:tcPr marL="23475" marR="23475" marT="4695" marB="4695" anchor="ctr">
                    <a:lnL w="9525" cap="flat" cmpd="sng" algn="ctr">
                      <a:solidFill>
                        <a:srgbClr val="3091C1"/>
                      </a:solidFill>
                      <a:prstDash val="solid"/>
                      <a:round/>
                      <a:headEnd type="none" w="med" len="med"/>
                      <a:tailEnd type="none" w="med" len="med"/>
                    </a:lnL>
                    <a:lnR w="9525" cap="flat" cmpd="sng" algn="ctr">
                      <a:solidFill>
                        <a:srgbClr val="609DC1"/>
                      </a:solidFill>
                      <a:prstDash val="solid"/>
                      <a:round/>
                      <a:headEnd type="none" w="med" len="med"/>
                      <a:tailEnd type="none" w="med" len="med"/>
                    </a:lnR>
                    <a:lnT w="9525" cap="flat" cmpd="sng" algn="ctr">
                      <a:solidFill>
                        <a:srgbClr val="B093C1"/>
                      </a:solidFill>
                      <a:prstDash val="solid"/>
                      <a:round/>
                      <a:headEnd type="none" w="med" len="med"/>
                      <a:tailEnd type="none" w="med" len="med"/>
                    </a:lnT>
                    <a:lnB w="9525" cap="flat" cmpd="sng" algn="ctr">
                      <a:solidFill>
                        <a:srgbClr val="2088C1"/>
                      </a:solidFill>
                      <a:prstDash val="solid"/>
                      <a:round/>
                      <a:headEnd type="none" w="med" len="med"/>
                      <a:tailEnd type="none" w="med" len="med"/>
                    </a:lnB>
                    <a:solidFill>
                      <a:srgbClr val="FFFFFF"/>
                    </a:solidFill>
                  </a:tcPr>
                </a:tc>
                <a:tc>
                  <a:txBody>
                    <a:bodyPr/>
                    <a:lstStyle/>
                    <a:p>
                      <a:pPr algn="ctr" latinLnBrk="1"/>
                      <a:r>
                        <a:rPr lang="en-US" sz="1600">
                          <a:effectLst/>
                        </a:rPr>
                        <a:t>0.95</a:t>
                      </a:r>
                      <a:endParaRPr lang="en-US" sz="1600">
                        <a:effectLst/>
                      </a:endParaRPr>
                    </a:p>
                  </a:txBody>
                  <a:tcPr marL="23475" marR="23475" marT="4695" marB="4695" anchor="ctr">
                    <a:lnL w="9525" cap="flat" cmpd="sng" algn="ctr">
                      <a:solidFill>
                        <a:srgbClr val="609DC1"/>
                      </a:solidFill>
                      <a:prstDash val="solid"/>
                      <a:round/>
                      <a:headEnd type="none" w="med" len="med"/>
                      <a:tailEnd type="none" w="med" len="med"/>
                    </a:lnL>
                    <a:lnR w="9525" cap="flat" cmpd="sng" algn="ctr">
                      <a:solidFill>
                        <a:srgbClr val="3091C1"/>
                      </a:solidFill>
                      <a:prstDash val="solid"/>
                      <a:round/>
                      <a:headEnd type="none" w="med" len="med"/>
                      <a:tailEnd type="none" w="med" len="med"/>
                    </a:lnR>
                    <a:lnT w="9525" cap="flat" cmpd="sng" algn="ctr">
                      <a:solidFill>
                        <a:srgbClr val="2088C1"/>
                      </a:solidFill>
                      <a:prstDash val="solid"/>
                      <a:round/>
                      <a:headEnd type="none" w="med" len="med"/>
                      <a:tailEnd type="none" w="med" len="med"/>
                    </a:lnT>
                    <a:lnB w="9525" cap="flat" cmpd="sng" algn="ctr">
                      <a:solidFill>
                        <a:srgbClr val="B093C1"/>
                      </a:solidFill>
                      <a:prstDash val="solid"/>
                      <a:round/>
                      <a:headEnd type="none" w="med" len="med"/>
                      <a:tailEnd type="none" w="med" len="med"/>
                    </a:lnB>
                    <a:solidFill>
                      <a:srgbClr val="FFFFFF"/>
                    </a:solidFill>
                  </a:tcPr>
                </a:tc>
                <a:tc>
                  <a:txBody>
                    <a:bodyPr/>
                    <a:lstStyle/>
                    <a:p>
                      <a:pPr algn="ctr" latinLnBrk="1"/>
                      <a:r>
                        <a:rPr lang="en-US" sz="1600">
                          <a:effectLst/>
                        </a:rPr>
                        <a:t>380</a:t>
                      </a:r>
                      <a:endParaRPr lang="en-US" sz="1600">
                        <a:effectLst/>
                      </a:endParaRPr>
                    </a:p>
                  </a:txBody>
                  <a:tcPr marL="23475" marR="23475" marT="4695" marB="4695" anchor="ctr">
                    <a:lnL w="9525" cap="flat" cmpd="sng" algn="ctr">
                      <a:solidFill>
                        <a:srgbClr val="3091C1"/>
                      </a:solidFill>
                      <a:prstDash val="solid"/>
                      <a:round/>
                      <a:headEnd type="none" w="med" len="med"/>
                      <a:tailEnd type="none" w="med" len="med"/>
                    </a:lnL>
                    <a:lnR w="9525" cap="flat" cmpd="sng" algn="ctr">
                      <a:solidFill>
                        <a:srgbClr val="2088C1"/>
                      </a:solidFill>
                      <a:prstDash val="solid"/>
                      <a:round/>
                      <a:headEnd type="none" w="med" len="med"/>
                      <a:tailEnd type="none" w="med" len="med"/>
                    </a:lnR>
                    <a:lnT w="9525" cap="flat" cmpd="sng" algn="ctr">
                      <a:solidFill>
                        <a:srgbClr val="B093C1"/>
                      </a:solidFill>
                      <a:prstDash val="solid"/>
                      <a:round/>
                      <a:headEnd type="none" w="med" len="med"/>
                      <a:tailEnd type="none" w="med" len="med"/>
                    </a:lnT>
                    <a:lnB w="9525" cap="flat" cmpd="sng" algn="ctr">
                      <a:solidFill>
                        <a:srgbClr val="2088C1"/>
                      </a:solidFill>
                      <a:prstDash val="solid"/>
                      <a:round/>
                      <a:headEnd type="none" w="med" len="med"/>
                      <a:tailEnd type="none" w="med" len="med"/>
                    </a:lnB>
                    <a:solidFill>
                      <a:srgbClr val="FFFFFF"/>
                    </a:solidFill>
                  </a:tcPr>
                </a:tc>
              </a:tr>
              <a:tr h="908209">
                <a:tc>
                  <a:txBody>
                    <a:bodyPr/>
                    <a:lstStyle/>
                    <a:p>
                      <a:pPr algn="ctr" latinLnBrk="1"/>
                      <a:r>
                        <a:rPr lang="en-US" sz="1600">
                          <a:effectLst/>
                        </a:rPr>
                        <a:t>Editing</a:t>
                      </a:r>
                      <a:endParaRPr lang="en-US" sz="1600">
                        <a:effectLst/>
                      </a:endParaRPr>
                    </a:p>
                  </a:txBody>
                  <a:tcPr marL="23475" marR="23475" marT="4695" marB="4695" anchor="ctr">
                    <a:lnL w="9525" cap="flat" cmpd="sng" algn="ctr">
                      <a:solidFill>
                        <a:srgbClr val="609DC1"/>
                      </a:solidFill>
                      <a:prstDash val="solid"/>
                      <a:round/>
                      <a:headEnd type="none" w="med" len="med"/>
                      <a:tailEnd type="none" w="med" len="med"/>
                    </a:lnL>
                    <a:lnR w="9525" cap="flat" cmpd="sng" algn="ctr">
                      <a:solidFill>
                        <a:srgbClr val="3091C1"/>
                      </a:solidFill>
                      <a:prstDash val="solid"/>
                      <a:round/>
                      <a:headEnd type="none" w="med" len="med"/>
                      <a:tailEnd type="none" w="med" len="med"/>
                    </a:lnR>
                    <a:lnT w="9525" cap="flat" cmpd="sng" algn="ctr">
                      <a:solidFill>
                        <a:srgbClr val="2088C1"/>
                      </a:solidFill>
                      <a:prstDash val="solid"/>
                      <a:round/>
                      <a:headEnd type="none" w="med" len="med"/>
                      <a:tailEnd type="none" w="med" len="med"/>
                    </a:lnT>
                    <a:lnB w="9525" cap="flat" cmpd="sng" algn="ctr">
                      <a:solidFill>
                        <a:srgbClr val="3091C1"/>
                      </a:solidFill>
                      <a:prstDash val="solid"/>
                      <a:round/>
                      <a:headEnd type="none" w="med" len="med"/>
                      <a:tailEnd type="none" w="med" len="med"/>
                    </a:lnB>
                    <a:solidFill>
                      <a:srgbClr val="FFFFFF"/>
                    </a:solidFill>
                  </a:tcPr>
                </a:tc>
                <a:tc>
                  <a:txBody>
                    <a:bodyPr/>
                    <a:lstStyle/>
                    <a:p>
                      <a:pPr algn="ctr" latinLnBrk="1"/>
                      <a:r>
                        <a:rPr lang="en-US" sz="1600">
                          <a:effectLst/>
                        </a:rPr>
                        <a:t>0.88</a:t>
                      </a:r>
                      <a:endParaRPr lang="en-US" sz="1600">
                        <a:effectLst/>
                      </a:endParaRPr>
                    </a:p>
                  </a:txBody>
                  <a:tcPr marL="23475" marR="23475" marT="4695" marB="4695" anchor="ctr">
                    <a:lnL w="9525" cap="flat" cmpd="sng" algn="ctr">
                      <a:solidFill>
                        <a:srgbClr val="3091C1"/>
                      </a:solidFill>
                      <a:prstDash val="solid"/>
                      <a:round/>
                      <a:headEnd type="none" w="med" len="med"/>
                      <a:tailEnd type="none" w="med" len="med"/>
                    </a:lnL>
                    <a:lnR w="9525" cap="flat" cmpd="sng" algn="ctr">
                      <a:solidFill>
                        <a:srgbClr val="609DC1"/>
                      </a:solidFill>
                      <a:prstDash val="solid"/>
                      <a:round/>
                      <a:headEnd type="none" w="med" len="med"/>
                      <a:tailEnd type="none" w="med" len="med"/>
                    </a:lnR>
                    <a:lnT w="9525" cap="flat" cmpd="sng" algn="ctr">
                      <a:solidFill>
                        <a:srgbClr val="B093C1"/>
                      </a:solidFill>
                      <a:prstDash val="solid"/>
                      <a:round/>
                      <a:headEnd type="none" w="med" len="med"/>
                      <a:tailEnd type="none" w="med" len="med"/>
                    </a:lnT>
                    <a:lnB w="9525" cap="flat" cmpd="sng" algn="ctr">
                      <a:solidFill>
                        <a:srgbClr val="609DC1"/>
                      </a:solidFill>
                      <a:prstDash val="solid"/>
                      <a:round/>
                      <a:headEnd type="none" w="med" len="med"/>
                      <a:tailEnd type="none" w="med" len="med"/>
                    </a:lnB>
                    <a:solidFill>
                      <a:srgbClr val="FFFFFF"/>
                    </a:solidFill>
                  </a:tcPr>
                </a:tc>
                <a:tc>
                  <a:txBody>
                    <a:bodyPr/>
                    <a:lstStyle/>
                    <a:p>
                      <a:pPr algn="ctr" latinLnBrk="1"/>
                      <a:r>
                        <a:rPr lang="en-US" sz="1600">
                          <a:effectLst/>
                        </a:rPr>
                        <a:t>0.98</a:t>
                      </a:r>
                      <a:endParaRPr lang="en-US" sz="1600">
                        <a:effectLst/>
                      </a:endParaRPr>
                    </a:p>
                  </a:txBody>
                  <a:tcPr marL="23475" marR="23475" marT="4695" marB="4695" anchor="ctr">
                    <a:lnL w="9525" cap="flat" cmpd="sng" algn="ctr">
                      <a:solidFill>
                        <a:srgbClr val="609DC1"/>
                      </a:solidFill>
                      <a:prstDash val="solid"/>
                      <a:round/>
                      <a:headEnd type="none" w="med" len="med"/>
                      <a:tailEnd type="none" w="med" len="med"/>
                    </a:lnL>
                    <a:lnR w="9525" cap="flat" cmpd="sng" algn="ctr">
                      <a:solidFill>
                        <a:srgbClr val="3091C1"/>
                      </a:solidFill>
                      <a:prstDash val="solid"/>
                      <a:round/>
                      <a:headEnd type="none" w="med" len="med"/>
                      <a:tailEnd type="none" w="med" len="med"/>
                    </a:lnR>
                    <a:lnT w="9525" cap="flat" cmpd="sng" algn="ctr">
                      <a:solidFill>
                        <a:srgbClr val="2088C1"/>
                      </a:solidFill>
                      <a:prstDash val="solid"/>
                      <a:round/>
                      <a:headEnd type="none" w="med" len="med"/>
                      <a:tailEnd type="none" w="med" len="med"/>
                    </a:lnT>
                    <a:lnB w="9525" cap="flat" cmpd="sng" algn="ctr">
                      <a:solidFill>
                        <a:srgbClr val="3091C1"/>
                      </a:solidFill>
                      <a:prstDash val="solid"/>
                      <a:round/>
                      <a:headEnd type="none" w="med" len="med"/>
                      <a:tailEnd type="none" w="med" len="med"/>
                    </a:lnB>
                    <a:solidFill>
                      <a:srgbClr val="FFFFFF"/>
                    </a:solidFill>
                  </a:tcPr>
                </a:tc>
                <a:tc>
                  <a:txBody>
                    <a:bodyPr/>
                    <a:lstStyle/>
                    <a:p>
                      <a:pPr algn="ctr" latinLnBrk="1"/>
                      <a:r>
                        <a:rPr lang="en-US" sz="1600">
                          <a:effectLst/>
                        </a:rPr>
                        <a:t>0.93</a:t>
                      </a:r>
                      <a:endParaRPr lang="en-US" sz="1600">
                        <a:effectLst/>
                      </a:endParaRPr>
                    </a:p>
                  </a:txBody>
                  <a:tcPr marL="23475" marR="23475" marT="4695" marB="4695" anchor="ctr">
                    <a:lnL w="9525" cap="flat" cmpd="sng" algn="ctr">
                      <a:solidFill>
                        <a:srgbClr val="3091C1"/>
                      </a:solidFill>
                      <a:prstDash val="solid"/>
                      <a:round/>
                      <a:headEnd type="none" w="med" len="med"/>
                      <a:tailEnd type="none" w="med" len="med"/>
                    </a:lnL>
                    <a:lnR w="9525" cap="flat" cmpd="sng" algn="ctr">
                      <a:solidFill>
                        <a:srgbClr val="609DC1"/>
                      </a:solidFill>
                      <a:prstDash val="solid"/>
                      <a:round/>
                      <a:headEnd type="none" w="med" len="med"/>
                      <a:tailEnd type="none" w="med" len="med"/>
                    </a:lnR>
                    <a:lnT w="9525" cap="flat" cmpd="sng" algn="ctr">
                      <a:solidFill>
                        <a:srgbClr val="B093C1"/>
                      </a:solidFill>
                      <a:prstDash val="solid"/>
                      <a:round/>
                      <a:headEnd type="none" w="med" len="med"/>
                      <a:tailEnd type="none" w="med" len="med"/>
                    </a:lnT>
                    <a:lnB w="9525" cap="flat" cmpd="sng" algn="ctr">
                      <a:solidFill>
                        <a:srgbClr val="609DC1"/>
                      </a:solidFill>
                      <a:prstDash val="solid"/>
                      <a:round/>
                      <a:headEnd type="none" w="med" len="med"/>
                      <a:tailEnd type="none" w="med" len="med"/>
                    </a:lnB>
                    <a:solidFill>
                      <a:srgbClr val="FFFFFF"/>
                    </a:solidFill>
                  </a:tcPr>
                </a:tc>
                <a:tc>
                  <a:txBody>
                    <a:bodyPr/>
                    <a:lstStyle/>
                    <a:p>
                      <a:pPr algn="ctr" latinLnBrk="1"/>
                      <a:r>
                        <a:rPr lang="en-US" sz="1600" dirty="0">
                          <a:effectLst/>
                        </a:rPr>
                        <a:t>194</a:t>
                      </a:r>
                      <a:endParaRPr lang="en-US" sz="1600" dirty="0">
                        <a:effectLst/>
                      </a:endParaRPr>
                    </a:p>
                  </a:txBody>
                  <a:tcPr marL="23475" marR="23475" marT="4695" marB="4695" anchor="ctr">
                    <a:lnL w="9525" cap="flat" cmpd="sng" algn="ctr">
                      <a:solidFill>
                        <a:srgbClr val="609DC1"/>
                      </a:solidFill>
                      <a:prstDash val="solid"/>
                      <a:round/>
                      <a:headEnd type="none" w="med" len="med"/>
                      <a:tailEnd type="none" w="med" len="med"/>
                    </a:lnL>
                    <a:lnR w="9525" cap="flat" cmpd="sng" algn="ctr">
                      <a:solidFill>
                        <a:srgbClr val="B093C1"/>
                      </a:solidFill>
                      <a:prstDash val="solid"/>
                      <a:round/>
                      <a:headEnd type="none" w="med" len="med"/>
                      <a:tailEnd type="none" w="med" len="med"/>
                    </a:lnR>
                    <a:lnT w="9525" cap="flat" cmpd="sng" algn="ctr">
                      <a:solidFill>
                        <a:srgbClr val="2088C1"/>
                      </a:solidFill>
                      <a:prstDash val="solid"/>
                      <a:round/>
                      <a:headEnd type="none" w="med" len="med"/>
                      <a:tailEnd type="none" w="med" len="med"/>
                    </a:lnT>
                    <a:lnB w="9525" cap="flat" cmpd="sng" algn="ctr">
                      <a:solidFill>
                        <a:srgbClr val="3091C1"/>
                      </a:solidFill>
                      <a:prstDash val="solid"/>
                      <a:round/>
                      <a:headEnd type="none" w="med" len="med"/>
                      <a:tailEnd type="none" w="med" len="med"/>
                    </a:lnB>
                    <a:solidFill>
                      <a:srgbClr val="FFFFFF"/>
                    </a:solidFill>
                  </a:tcPr>
                </a:tc>
              </a:tr>
            </a:tbl>
          </a:graphicData>
        </a:graphic>
      </p:graphicFrame>
      <p:sp>
        <p:nvSpPr>
          <p:cNvPr id="4" name="Slide Number Placeholder 3"/>
          <p:cNvSpPr>
            <a:spLocks noGrp="1"/>
          </p:cNvSpPr>
          <p:nvPr>
            <p:ph type="sldNum" sz="quarter" idx="12"/>
          </p:nvPr>
        </p:nvSpPr>
        <p:spPr>
          <a:xfrm>
            <a:off x="8610600" y="6356350"/>
            <a:ext cx="2743200" cy="365125"/>
          </a:xfrm>
        </p:spPr>
        <p:txBody>
          <a:bodyPr/>
          <a:lstStyle/>
          <a:p>
            <a:fld id="{7F8CBF50-853B-304C-BCA2-DB5146F0D4EA}" type="slidenum">
              <a:rPr lang="en-US" smtClean="0"/>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dirty="0"/>
              <a:t>Evaluation: </a:t>
            </a:r>
            <a:r>
              <a:rPr lang="en-US" dirty="0"/>
              <a:t>Multilabel Confusion Matrix</a:t>
            </a:r>
            <a:endParaRPr lang="en-US" dirty="0"/>
          </a:p>
        </p:txBody>
      </p:sp>
      <p:sp>
        <p:nvSpPr>
          <p:cNvPr id="5" name="Text Placeholder 4"/>
          <p:cNvSpPr>
            <a:spLocks noGrp="1"/>
          </p:cNvSpPr>
          <p:nvPr>
            <p:ph type="body" idx="1"/>
          </p:nvPr>
        </p:nvSpPr>
        <p:spPr>
          <a:xfrm>
            <a:off x="839788" y="1681163"/>
            <a:ext cx="5157787" cy="823912"/>
          </a:xfrm>
        </p:spPr>
        <p:txBody>
          <a:bodyPr/>
          <a:lstStyle/>
          <a:p>
            <a:r>
              <a:rPr lang="en-US" dirty="0"/>
              <a:t>Base Model</a:t>
            </a:r>
            <a:endParaRPr lang="en-US" dirty="0"/>
          </a:p>
        </p:txBody>
      </p:sp>
      <p:graphicFrame>
        <p:nvGraphicFramePr>
          <p:cNvPr id="9" name="Content Placeholder 8"/>
          <p:cNvGraphicFramePr>
            <a:graphicFrameLocks noGrp="1"/>
          </p:cNvGraphicFramePr>
          <p:nvPr>
            <p:ph sz="half" idx="2"/>
          </p:nvPr>
        </p:nvGraphicFramePr>
        <p:xfrm>
          <a:off x="839788" y="2505075"/>
          <a:ext cx="5157784" cy="3632836"/>
        </p:xfrm>
        <a:graphic>
          <a:graphicData uri="http://schemas.openxmlformats.org/drawingml/2006/table">
            <a:tbl>
              <a:tblPr/>
              <a:tblGrid>
                <a:gridCol w="1331912"/>
                <a:gridCol w="956468"/>
                <a:gridCol w="956468"/>
                <a:gridCol w="956468"/>
                <a:gridCol w="956468"/>
              </a:tblGrid>
              <a:tr h="908209">
                <a:tc>
                  <a:txBody>
                    <a:bodyPr/>
                    <a:lstStyle/>
                    <a:p>
                      <a:pPr algn="ctr" latinLnBrk="1"/>
                      <a:r>
                        <a:rPr lang="en-US" sz="2000" dirty="0">
                          <a:effectLst/>
                        </a:rPr>
                        <a:t>Label</a:t>
                      </a:r>
                      <a:endParaRPr lang="en-US" sz="2000" dirty="0">
                        <a:effectLst/>
                      </a:endParaRPr>
                    </a:p>
                  </a:txBody>
                  <a:tcPr marL="23360" marR="23360" marT="4672" marB="4672" anchor="ctr">
                    <a:lnL w="9525" cap="flat" cmpd="sng" algn="ctr">
                      <a:solidFill>
                        <a:srgbClr val="4041E4"/>
                      </a:solidFill>
                      <a:prstDash val="solid"/>
                      <a:round/>
                      <a:headEnd type="none" w="med" len="med"/>
                      <a:tailEnd type="none" w="med" len="med"/>
                    </a:lnL>
                    <a:lnR w="9525" cap="flat" cmpd="sng" algn="ctr">
                      <a:solidFill>
                        <a:srgbClr val="7066E4"/>
                      </a:solidFill>
                      <a:prstDash val="solid"/>
                      <a:round/>
                      <a:headEnd type="none" w="med" len="med"/>
                      <a:tailEnd type="none" w="med" len="med"/>
                    </a:lnR>
                    <a:lnT w="9525" cap="flat" cmpd="sng" algn="ctr">
                      <a:solidFill>
                        <a:srgbClr val="7043E4"/>
                      </a:solidFill>
                      <a:prstDash val="solid"/>
                      <a:round/>
                      <a:headEnd type="none" w="med" len="med"/>
                      <a:tailEnd type="none" w="med" len="med"/>
                    </a:lnT>
                    <a:lnB w="9525" cap="flat" cmpd="sng" algn="ctr">
                      <a:solidFill>
                        <a:srgbClr val="4041E4"/>
                      </a:solidFill>
                      <a:prstDash val="solid"/>
                      <a:round/>
                      <a:headEnd type="none" w="med" len="med"/>
                      <a:tailEnd type="none" w="med" len="med"/>
                    </a:lnB>
                    <a:solidFill>
                      <a:srgbClr val="FFFFFF"/>
                    </a:solidFill>
                  </a:tcPr>
                </a:tc>
                <a:tc>
                  <a:txBody>
                    <a:bodyPr/>
                    <a:lstStyle/>
                    <a:p>
                      <a:pPr algn="ctr" latinLnBrk="1"/>
                      <a:r>
                        <a:rPr lang="en-US" sz="2000" dirty="0">
                          <a:effectLst/>
                        </a:rPr>
                        <a:t>TN</a:t>
                      </a:r>
                      <a:endParaRPr lang="en-US" sz="2000" dirty="0">
                        <a:effectLst/>
                      </a:endParaRPr>
                    </a:p>
                  </a:txBody>
                  <a:tcPr marL="23360" marR="23360" marT="4672" marB="4672" anchor="ctr">
                    <a:lnL w="9525" cap="flat" cmpd="sng" algn="ctr">
                      <a:solidFill>
                        <a:srgbClr val="7066E4"/>
                      </a:solidFill>
                      <a:prstDash val="solid"/>
                      <a:round/>
                      <a:headEnd type="none" w="med" len="med"/>
                      <a:tailEnd type="none" w="med" len="med"/>
                    </a:lnL>
                    <a:lnR w="9525" cap="flat" cmpd="sng" algn="ctr">
                      <a:solidFill>
                        <a:srgbClr val="4041E4"/>
                      </a:solidFill>
                      <a:prstDash val="solid"/>
                      <a:round/>
                      <a:headEnd type="none" w="med" len="med"/>
                      <a:tailEnd type="none" w="med" len="med"/>
                    </a:lnR>
                    <a:lnT w="9525" cap="flat" cmpd="sng" algn="ctr">
                      <a:solidFill>
                        <a:srgbClr val="0063E4"/>
                      </a:solidFill>
                      <a:prstDash val="solid"/>
                      <a:round/>
                      <a:headEnd type="none" w="med" len="med"/>
                      <a:tailEnd type="none" w="med" len="med"/>
                    </a:lnT>
                    <a:lnB w="9525" cap="flat" cmpd="sng" algn="ctr">
                      <a:solidFill>
                        <a:srgbClr val="7066E4"/>
                      </a:solidFill>
                      <a:prstDash val="solid"/>
                      <a:round/>
                      <a:headEnd type="none" w="med" len="med"/>
                      <a:tailEnd type="none" w="med" len="med"/>
                    </a:lnB>
                    <a:solidFill>
                      <a:srgbClr val="FFFFFF"/>
                    </a:solidFill>
                  </a:tcPr>
                </a:tc>
                <a:tc>
                  <a:txBody>
                    <a:bodyPr/>
                    <a:lstStyle/>
                    <a:p>
                      <a:pPr algn="ctr" latinLnBrk="1"/>
                      <a:r>
                        <a:rPr lang="en-US" sz="2000" dirty="0">
                          <a:effectLst/>
                        </a:rPr>
                        <a:t>FP</a:t>
                      </a:r>
                      <a:endParaRPr lang="en-US" sz="2000" dirty="0">
                        <a:effectLst/>
                      </a:endParaRPr>
                    </a:p>
                  </a:txBody>
                  <a:tcPr marL="23360" marR="23360" marT="4672" marB="4672" anchor="ctr">
                    <a:lnL w="9525" cap="flat" cmpd="sng" algn="ctr">
                      <a:solidFill>
                        <a:srgbClr val="4041E4"/>
                      </a:solidFill>
                      <a:prstDash val="solid"/>
                      <a:round/>
                      <a:headEnd type="none" w="med" len="med"/>
                      <a:tailEnd type="none" w="med" len="med"/>
                    </a:lnL>
                    <a:lnR w="9525" cap="flat" cmpd="sng" algn="ctr">
                      <a:solidFill>
                        <a:srgbClr val="7066E4"/>
                      </a:solidFill>
                      <a:prstDash val="solid"/>
                      <a:round/>
                      <a:headEnd type="none" w="med" len="med"/>
                      <a:tailEnd type="none" w="med" len="med"/>
                    </a:lnR>
                    <a:lnT w="9525" cap="flat" cmpd="sng" algn="ctr">
                      <a:solidFill>
                        <a:srgbClr val="7043E4"/>
                      </a:solidFill>
                      <a:prstDash val="solid"/>
                      <a:round/>
                      <a:headEnd type="none" w="med" len="med"/>
                      <a:tailEnd type="none" w="med" len="med"/>
                    </a:lnT>
                    <a:lnB w="9525" cap="flat" cmpd="sng" algn="ctr">
                      <a:solidFill>
                        <a:srgbClr val="4041E4"/>
                      </a:solidFill>
                      <a:prstDash val="solid"/>
                      <a:round/>
                      <a:headEnd type="none" w="med" len="med"/>
                      <a:tailEnd type="none" w="med" len="med"/>
                    </a:lnB>
                    <a:solidFill>
                      <a:srgbClr val="FFFFFF"/>
                    </a:solidFill>
                  </a:tcPr>
                </a:tc>
                <a:tc>
                  <a:txBody>
                    <a:bodyPr/>
                    <a:lstStyle/>
                    <a:p>
                      <a:pPr algn="ctr" latinLnBrk="1"/>
                      <a:r>
                        <a:rPr lang="en-US" sz="2000" dirty="0">
                          <a:effectLst/>
                        </a:rPr>
                        <a:t>FN</a:t>
                      </a:r>
                      <a:endParaRPr lang="en-US" sz="2000" dirty="0">
                        <a:effectLst/>
                      </a:endParaRPr>
                    </a:p>
                  </a:txBody>
                  <a:tcPr marL="23360" marR="23360" marT="4672" marB="4672" anchor="ctr">
                    <a:lnL w="9525" cap="flat" cmpd="sng" algn="ctr">
                      <a:solidFill>
                        <a:srgbClr val="7066E4"/>
                      </a:solidFill>
                      <a:prstDash val="solid"/>
                      <a:round/>
                      <a:headEnd type="none" w="med" len="med"/>
                      <a:tailEnd type="none" w="med" len="med"/>
                    </a:lnL>
                    <a:lnR w="9525" cap="flat" cmpd="sng" algn="ctr">
                      <a:solidFill>
                        <a:srgbClr val="4041E4"/>
                      </a:solidFill>
                      <a:prstDash val="solid"/>
                      <a:round/>
                      <a:headEnd type="none" w="med" len="med"/>
                      <a:tailEnd type="none" w="med" len="med"/>
                    </a:lnR>
                    <a:lnT w="9525" cap="flat" cmpd="sng" algn="ctr">
                      <a:solidFill>
                        <a:srgbClr val="0063E4"/>
                      </a:solidFill>
                      <a:prstDash val="solid"/>
                      <a:round/>
                      <a:headEnd type="none" w="med" len="med"/>
                      <a:tailEnd type="none" w="med" len="med"/>
                    </a:lnT>
                    <a:lnB w="9525" cap="flat" cmpd="sng" algn="ctr">
                      <a:solidFill>
                        <a:srgbClr val="7066E4"/>
                      </a:solidFill>
                      <a:prstDash val="solid"/>
                      <a:round/>
                      <a:headEnd type="none" w="med" len="med"/>
                      <a:tailEnd type="none" w="med" len="med"/>
                    </a:lnB>
                    <a:solidFill>
                      <a:srgbClr val="FFFFFF"/>
                    </a:solidFill>
                  </a:tcPr>
                </a:tc>
                <a:tc>
                  <a:txBody>
                    <a:bodyPr/>
                    <a:lstStyle/>
                    <a:p>
                      <a:pPr algn="ctr" latinLnBrk="1"/>
                      <a:r>
                        <a:rPr lang="en-US" sz="2000" dirty="0">
                          <a:effectLst/>
                        </a:rPr>
                        <a:t>TP</a:t>
                      </a:r>
                      <a:endParaRPr lang="en-US" sz="2000" dirty="0">
                        <a:effectLst/>
                      </a:endParaRPr>
                    </a:p>
                  </a:txBody>
                  <a:tcPr marL="23360" marR="23360" marT="4672" marB="4672" anchor="ctr">
                    <a:lnL w="9525" cap="flat" cmpd="sng" algn="ctr">
                      <a:solidFill>
                        <a:srgbClr val="4041E4"/>
                      </a:solidFill>
                      <a:prstDash val="solid"/>
                      <a:round/>
                      <a:headEnd type="none" w="med" len="med"/>
                      <a:tailEnd type="none" w="med" len="med"/>
                    </a:lnL>
                    <a:lnR w="9525" cap="flat" cmpd="sng" algn="ctr">
                      <a:solidFill>
                        <a:srgbClr val="7066E4"/>
                      </a:solidFill>
                      <a:prstDash val="solid"/>
                      <a:round/>
                      <a:headEnd type="none" w="med" len="med"/>
                      <a:tailEnd type="none" w="med" len="med"/>
                    </a:lnR>
                    <a:lnT w="9525" cap="flat" cmpd="sng" algn="ctr">
                      <a:solidFill>
                        <a:srgbClr val="7043E4"/>
                      </a:solidFill>
                      <a:prstDash val="solid"/>
                      <a:round/>
                      <a:headEnd type="none" w="med" len="med"/>
                      <a:tailEnd type="none" w="med" len="med"/>
                    </a:lnT>
                    <a:lnB w="9525" cap="flat" cmpd="sng" algn="ctr">
                      <a:solidFill>
                        <a:srgbClr val="4041E4"/>
                      </a:solidFill>
                      <a:prstDash val="solid"/>
                      <a:round/>
                      <a:headEnd type="none" w="med" len="med"/>
                      <a:tailEnd type="none" w="med" len="med"/>
                    </a:lnB>
                    <a:solidFill>
                      <a:srgbClr val="FFFFFF"/>
                    </a:solidFill>
                  </a:tcPr>
                </a:tc>
              </a:tr>
              <a:tr h="908209">
                <a:tc>
                  <a:txBody>
                    <a:bodyPr/>
                    <a:lstStyle/>
                    <a:p>
                      <a:pPr algn="ctr" latinLnBrk="1"/>
                      <a:r>
                        <a:rPr lang="en-US" sz="2000">
                          <a:effectLst/>
                        </a:rPr>
                        <a:t>Planning</a:t>
                      </a:r>
                      <a:endParaRPr lang="en-US" sz="2000">
                        <a:effectLst/>
                      </a:endParaRPr>
                    </a:p>
                  </a:txBody>
                  <a:tcPr marL="47625" marR="47625" marT="9525" marB="9525" anchor="ctr">
                    <a:lnL w="9525" cap="flat" cmpd="sng" algn="ctr">
                      <a:solidFill>
                        <a:srgbClr val="7043E4"/>
                      </a:solidFill>
                      <a:prstDash val="solid"/>
                      <a:round/>
                      <a:headEnd type="none" w="med" len="med"/>
                      <a:tailEnd type="none" w="med" len="med"/>
                    </a:lnL>
                    <a:lnR w="9525" cap="flat" cmpd="sng" algn="ctr">
                      <a:solidFill>
                        <a:srgbClr val="0063E4"/>
                      </a:solidFill>
                      <a:prstDash val="solid"/>
                      <a:round/>
                      <a:headEnd type="none" w="med" len="med"/>
                      <a:tailEnd type="none" w="med" len="med"/>
                    </a:lnR>
                    <a:lnT w="9525" cap="flat" cmpd="sng" algn="ctr">
                      <a:solidFill>
                        <a:srgbClr val="4041E4"/>
                      </a:solidFill>
                      <a:prstDash val="solid"/>
                      <a:round/>
                      <a:headEnd type="none" w="med" len="med"/>
                      <a:tailEnd type="none" w="med" len="med"/>
                    </a:lnT>
                    <a:lnB w="9525" cap="flat" cmpd="sng" algn="ctr">
                      <a:solidFill>
                        <a:srgbClr val="7066E4"/>
                      </a:solidFill>
                      <a:prstDash val="solid"/>
                      <a:round/>
                      <a:headEnd type="none" w="med" len="med"/>
                      <a:tailEnd type="none" w="med" len="med"/>
                    </a:lnB>
                    <a:solidFill>
                      <a:srgbClr val="FFFFFF"/>
                    </a:solidFill>
                  </a:tcPr>
                </a:tc>
                <a:tc>
                  <a:txBody>
                    <a:bodyPr/>
                    <a:lstStyle/>
                    <a:p>
                      <a:pPr algn="ctr" latinLnBrk="1"/>
                      <a:r>
                        <a:rPr lang="en-US" sz="2000" dirty="0">
                          <a:effectLst/>
                        </a:rPr>
                        <a:t>104</a:t>
                      </a:r>
                      <a:endParaRPr lang="en-US" sz="2000" dirty="0">
                        <a:effectLst/>
                      </a:endParaRPr>
                    </a:p>
                  </a:txBody>
                  <a:tcPr marL="47625" marR="47625" marT="9525" marB="9525" anchor="ctr">
                    <a:lnL w="9525" cap="flat" cmpd="sng" algn="ctr">
                      <a:solidFill>
                        <a:srgbClr val="0063E4"/>
                      </a:solidFill>
                      <a:prstDash val="solid"/>
                      <a:round/>
                      <a:headEnd type="none" w="med" len="med"/>
                      <a:tailEnd type="none" w="med" len="med"/>
                    </a:lnL>
                    <a:lnR w="9525" cap="flat" cmpd="sng" algn="ctr">
                      <a:solidFill>
                        <a:srgbClr val="7043E4"/>
                      </a:solidFill>
                      <a:prstDash val="solid"/>
                      <a:round/>
                      <a:headEnd type="none" w="med" len="med"/>
                      <a:tailEnd type="none" w="med" len="med"/>
                    </a:lnR>
                    <a:lnT w="9525" cap="flat" cmpd="sng" algn="ctr">
                      <a:solidFill>
                        <a:srgbClr val="7066E4"/>
                      </a:solidFill>
                      <a:prstDash val="solid"/>
                      <a:round/>
                      <a:headEnd type="none" w="med" len="med"/>
                      <a:tailEnd type="none" w="med" len="med"/>
                    </a:lnT>
                    <a:lnB w="9525" cap="flat" cmpd="sng" algn="ctr">
                      <a:solidFill>
                        <a:srgbClr val="4041E4"/>
                      </a:solidFill>
                      <a:prstDash val="solid"/>
                      <a:round/>
                      <a:headEnd type="none" w="med" len="med"/>
                      <a:tailEnd type="none" w="med" len="med"/>
                    </a:lnB>
                    <a:solidFill>
                      <a:srgbClr val="FFFFFF"/>
                    </a:solidFill>
                  </a:tcPr>
                </a:tc>
                <a:tc>
                  <a:txBody>
                    <a:bodyPr/>
                    <a:lstStyle/>
                    <a:p>
                      <a:pPr algn="ctr" latinLnBrk="1"/>
                      <a:r>
                        <a:rPr lang="en-US" sz="2000" dirty="0">
                          <a:effectLst/>
                        </a:rPr>
                        <a:t>215</a:t>
                      </a:r>
                      <a:endParaRPr lang="en-US" sz="2000" dirty="0">
                        <a:effectLst/>
                      </a:endParaRPr>
                    </a:p>
                  </a:txBody>
                  <a:tcPr marL="47625" marR="47625" marT="9525" marB="9525" anchor="ctr">
                    <a:lnL w="9525" cap="flat" cmpd="sng" algn="ctr">
                      <a:solidFill>
                        <a:srgbClr val="7043E4"/>
                      </a:solidFill>
                      <a:prstDash val="solid"/>
                      <a:round/>
                      <a:headEnd type="none" w="med" len="med"/>
                      <a:tailEnd type="none" w="med" len="med"/>
                    </a:lnL>
                    <a:lnR w="9525" cap="flat" cmpd="sng" algn="ctr">
                      <a:solidFill>
                        <a:srgbClr val="0063E4"/>
                      </a:solidFill>
                      <a:prstDash val="solid"/>
                      <a:round/>
                      <a:headEnd type="none" w="med" len="med"/>
                      <a:tailEnd type="none" w="med" len="med"/>
                    </a:lnR>
                    <a:lnT w="9525" cap="flat" cmpd="sng" algn="ctr">
                      <a:solidFill>
                        <a:srgbClr val="4041E4"/>
                      </a:solidFill>
                      <a:prstDash val="solid"/>
                      <a:round/>
                      <a:headEnd type="none" w="med" len="med"/>
                      <a:tailEnd type="none" w="med" len="med"/>
                    </a:lnT>
                    <a:lnB w="9525" cap="flat" cmpd="sng" algn="ctr">
                      <a:solidFill>
                        <a:srgbClr val="7066E4"/>
                      </a:solidFill>
                      <a:prstDash val="solid"/>
                      <a:round/>
                      <a:headEnd type="none" w="med" len="med"/>
                      <a:tailEnd type="none" w="med" len="med"/>
                    </a:lnB>
                    <a:solidFill>
                      <a:srgbClr val="FFFFFF"/>
                    </a:solidFill>
                  </a:tcPr>
                </a:tc>
                <a:tc>
                  <a:txBody>
                    <a:bodyPr/>
                    <a:lstStyle/>
                    <a:p>
                      <a:pPr algn="ctr" latinLnBrk="1"/>
                      <a:r>
                        <a:rPr lang="en-US" sz="2000">
                          <a:effectLst/>
                        </a:rPr>
                        <a:t>1</a:t>
                      </a:r>
                      <a:endParaRPr lang="en-US" sz="2000">
                        <a:effectLst/>
                      </a:endParaRPr>
                    </a:p>
                  </a:txBody>
                  <a:tcPr marL="47625" marR="47625" marT="9525" marB="9525" anchor="ctr">
                    <a:lnL w="9525" cap="flat" cmpd="sng" algn="ctr">
                      <a:solidFill>
                        <a:srgbClr val="0063E4"/>
                      </a:solidFill>
                      <a:prstDash val="solid"/>
                      <a:round/>
                      <a:headEnd type="none" w="med" len="med"/>
                      <a:tailEnd type="none" w="med" len="med"/>
                    </a:lnL>
                    <a:lnR w="9525" cap="flat" cmpd="sng" algn="ctr">
                      <a:solidFill>
                        <a:srgbClr val="7043E4"/>
                      </a:solidFill>
                      <a:prstDash val="solid"/>
                      <a:round/>
                      <a:headEnd type="none" w="med" len="med"/>
                      <a:tailEnd type="none" w="med" len="med"/>
                    </a:lnR>
                    <a:lnT w="9525" cap="flat" cmpd="sng" algn="ctr">
                      <a:solidFill>
                        <a:srgbClr val="7066E4"/>
                      </a:solidFill>
                      <a:prstDash val="solid"/>
                      <a:round/>
                      <a:headEnd type="none" w="med" len="med"/>
                      <a:tailEnd type="none" w="med" len="med"/>
                    </a:lnT>
                    <a:lnB w="9525" cap="flat" cmpd="sng" algn="ctr">
                      <a:solidFill>
                        <a:srgbClr val="4041E4"/>
                      </a:solidFill>
                      <a:prstDash val="solid"/>
                      <a:round/>
                      <a:headEnd type="none" w="med" len="med"/>
                      <a:tailEnd type="none" w="med" len="med"/>
                    </a:lnB>
                    <a:solidFill>
                      <a:srgbClr val="FFFFFF"/>
                    </a:solidFill>
                  </a:tcPr>
                </a:tc>
                <a:tc>
                  <a:txBody>
                    <a:bodyPr/>
                    <a:lstStyle/>
                    <a:p>
                      <a:pPr algn="ctr" latinLnBrk="1"/>
                      <a:r>
                        <a:rPr lang="en-US" sz="2000">
                          <a:effectLst/>
                        </a:rPr>
                        <a:t>180</a:t>
                      </a:r>
                      <a:endParaRPr lang="en-US" sz="2000">
                        <a:effectLst/>
                      </a:endParaRPr>
                    </a:p>
                  </a:txBody>
                  <a:tcPr marL="47625" marR="47625" marT="9525" marB="9525" anchor="ctr">
                    <a:lnL w="9525" cap="flat" cmpd="sng" algn="ctr">
                      <a:solidFill>
                        <a:srgbClr val="7043E4"/>
                      </a:solidFill>
                      <a:prstDash val="solid"/>
                      <a:round/>
                      <a:headEnd type="none" w="med" len="med"/>
                      <a:tailEnd type="none" w="med" len="med"/>
                    </a:lnL>
                    <a:lnR w="9525" cap="flat" cmpd="sng" algn="ctr">
                      <a:solidFill>
                        <a:srgbClr val="7066E4"/>
                      </a:solidFill>
                      <a:prstDash val="solid"/>
                      <a:round/>
                      <a:headEnd type="none" w="med" len="med"/>
                      <a:tailEnd type="none" w="med" len="med"/>
                    </a:lnR>
                    <a:lnT w="9525" cap="flat" cmpd="sng" algn="ctr">
                      <a:solidFill>
                        <a:srgbClr val="4041E4"/>
                      </a:solidFill>
                      <a:prstDash val="solid"/>
                      <a:round/>
                      <a:headEnd type="none" w="med" len="med"/>
                      <a:tailEnd type="none" w="med" len="med"/>
                    </a:lnT>
                    <a:lnB w="9525" cap="flat" cmpd="sng" algn="ctr">
                      <a:solidFill>
                        <a:srgbClr val="7066E4"/>
                      </a:solidFill>
                      <a:prstDash val="solid"/>
                      <a:round/>
                      <a:headEnd type="none" w="med" len="med"/>
                      <a:tailEnd type="none" w="med" len="med"/>
                    </a:lnB>
                    <a:solidFill>
                      <a:srgbClr val="FFFFFF"/>
                    </a:solidFill>
                  </a:tcPr>
                </a:tc>
              </a:tr>
              <a:tr h="908209">
                <a:tc>
                  <a:txBody>
                    <a:bodyPr/>
                    <a:lstStyle/>
                    <a:p>
                      <a:pPr algn="ctr" latinLnBrk="1"/>
                      <a:r>
                        <a:rPr lang="en-US" sz="2000">
                          <a:effectLst/>
                        </a:rPr>
                        <a:t>Translating</a:t>
                      </a:r>
                      <a:endParaRPr lang="en-US" sz="2000">
                        <a:effectLst/>
                      </a:endParaRPr>
                    </a:p>
                  </a:txBody>
                  <a:tcPr marL="47625" marR="47625" marT="9525" marB="9525" anchor="ctr">
                    <a:lnL w="9525" cap="flat" cmpd="sng" algn="ctr">
                      <a:solidFill>
                        <a:srgbClr val="0063E4"/>
                      </a:solidFill>
                      <a:prstDash val="solid"/>
                      <a:round/>
                      <a:headEnd type="none" w="med" len="med"/>
                      <a:tailEnd type="none" w="med" len="med"/>
                    </a:lnL>
                    <a:lnR w="9525" cap="flat" cmpd="sng" algn="ctr">
                      <a:solidFill>
                        <a:srgbClr val="7043E4"/>
                      </a:solidFill>
                      <a:prstDash val="solid"/>
                      <a:round/>
                      <a:headEnd type="none" w="med" len="med"/>
                      <a:tailEnd type="none" w="med" len="med"/>
                    </a:lnR>
                    <a:lnT w="9525" cap="flat" cmpd="sng" algn="ctr">
                      <a:solidFill>
                        <a:srgbClr val="7066E4"/>
                      </a:solidFill>
                      <a:prstDash val="solid"/>
                      <a:round/>
                      <a:headEnd type="none" w="med" len="med"/>
                      <a:tailEnd type="none" w="med" len="med"/>
                    </a:lnT>
                    <a:lnB w="9525" cap="flat" cmpd="sng" algn="ctr">
                      <a:solidFill>
                        <a:srgbClr val="4041E4"/>
                      </a:solidFill>
                      <a:prstDash val="solid"/>
                      <a:round/>
                      <a:headEnd type="none" w="med" len="med"/>
                      <a:tailEnd type="none" w="med" len="med"/>
                    </a:lnB>
                    <a:solidFill>
                      <a:srgbClr val="FFFFFF"/>
                    </a:solidFill>
                  </a:tcPr>
                </a:tc>
                <a:tc>
                  <a:txBody>
                    <a:bodyPr/>
                    <a:lstStyle/>
                    <a:p>
                      <a:pPr algn="ctr" latinLnBrk="1"/>
                      <a:r>
                        <a:rPr lang="en-US" sz="2000">
                          <a:effectLst/>
                        </a:rPr>
                        <a:t>31</a:t>
                      </a:r>
                      <a:endParaRPr lang="en-US" sz="2000">
                        <a:effectLst/>
                      </a:endParaRPr>
                    </a:p>
                  </a:txBody>
                  <a:tcPr marL="47625" marR="47625" marT="9525" marB="9525" anchor="ctr">
                    <a:lnL w="9525" cap="flat" cmpd="sng" algn="ctr">
                      <a:solidFill>
                        <a:srgbClr val="7043E4"/>
                      </a:solidFill>
                      <a:prstDash val="solid"/>
                      <a:round/>
                      <a:headEnd type="none" w="med" len="med"/>
                      <a:tailEnd type="none" w="med" len="med"/>
                    </a:lnL>
                    <a:lnR w="9525" cap="flat" cmpd="sng" algn="ctr">
                      <a:solidFill>
                        <a:srgbClr val="0063E4"/>
                      </a:solidFill>
                      <a:prstDash val="solid"/>
                      <a:round/>
                      <a:headEnd type="none" w="med" len="med"/>
                      <a:tailEnd type="none" w="med" len="med"/>
                    </a:lnR>
                    <a:lnT w="9525" cap="flat" cmpd="sng" algn="ctr">
                      <a:solidFill>
                        <a:srgbClr val="4041E4"/>
                      </a:solidFill>
                      <a:prstDash val="solid"/>
                      <a:round/>
                      <a:headEnd type="none" w="med" len="med"/>
                      <a:tailEnd type="none" w="med" len="med"/>
                    </a:lnT>
                    <a:lnB w="9525" cap="flat" cmpd="sng" algn="ctr">
                      <a:solidFill>
                        <a:srgbClr val="7066E4"/>
                      </a:solidFill>
                      <a:prstDash val="solid"/>
                      <a:round/>
                      <a:headEnd type="none" w="med" len="med"/>
                      <a:tailEnd type="none" w="med" len="med"/>
                    </a:lnB>
                    <a:solidFill>
                      <a:srgbClr val="FFFFFF"/>
                    </a:solidFill>
                  </a:tcPr>
                </a:tc>
                <a:tc>
                  <a:txBody>
                    <a:bodyPr/>
                    <a:lstStyle/>
                    <a:p>
                      <a:pPr algn="ctr" latinLnBrk="1"/>
                      <a:r>
                        <a:rPr lang="en-US" sz="2000" dirty="0">
                          <a:effectLst/>
                        </a:rPr>
                        <a:t>85</a:t>
                      </a:r>
                      <a:endParaRPr lang="en-US" sz="2000" dirty="0">
                        <a:effectLst/>
                      </a:endParaRPr>
                    </a:p>
                  </a:txBody>
                  <a:tcPr marL="47625" marR="47625" marT="9525" marB="9525" anchor="ctr">
                    <a:lnL w="9525" cap="flat" cmpd="sng" algn="ctr">
                      <a:solidFill>
                        <a:srgbClr val="0063E4"/>
                      </a:solidFill>
                      <a:prstDash val="solid"/>
                      <a:round/>
                      <a:headEnd type="none" w="med" len="med"/>
                      <a:tailEnd type="none" w="med" len="med"/>
                    </a:lnL>
                    <a:lnR w="9525" cap="flat" cmpd="sng" algn="ctr">
                      <a:solidFill>
                        <a:srgbClr val="7043E4"/>
                      </a:solidFill>
                      <a:prstDash val="solid"/>
                      <a:round/>
                      <a:headEnd type="none" w="med" len="med"/>
                      <a:tailEnd type="none" w="med" len="med"/>
                    </a:lnR>
                    <a:lnT w="9525" cap="flat" cmpd="sng" algn="ctr">
                      <a:solidFill>
                        <a:srgbClr val="7066E4"/>
                      </a:solidFill>
                      <a:prstDash val="solid"/>
                      <a:round/>
                      <a:headEnd type="none" w="med" len="med"/>
                      <a:tailEnd type="none" w="med" len="med"/>
                    </a:lnT>
                    <a:lnB w="9525" cap="flat" cmpd="sng" algn="ctr">
                      <a:solidFill>
                        <a:srgbClr val="4041E4"/>
                      </a:solidFill>
                      <a:prstDash val="solid"/>
                      <a:round/>
                      <a:headEnd type="none" w="med" len="med"/>
                      <a:tailEnd type="none" w="med" len="med"/>
                    </a:lnB>
                    <a:solidFill>
                      <a:srgbClr val="FFFFFF"/>
                    </a:solidFill>
                  </a:tcPr>
                </a:tc>
                <a:tc>
                  <a:txBody>
                    <a:bodyPr/>
                    <a:lstStyle/>
                    <a:p>
                      <a:pPr algn="ctr" latinLnBrk="1"/>
                      <a:r>
                        <a:rPr lang="en-US" sz="2000" dirty="0">
                          <a:effectLst/>
                        </a:rPr>
                        <a:t>1</a:t>
                      </a:r>
                      <a:endParaRPr lang="en-US" sz="2000" dirty="0">
                        <a:effectLst/>
                      </a:endParaRPr>
                    </a:p>
                  </a:txBody>
                  <a:tcPr marL="47625" marR="47625" marT="9525" marB="9525" anchor="ctr">
                    <a:lnL w="9525" cap="flat" cmpd="sng" algn="ctr">
                      <a:solidFill>
                        <a:srgbClr val="7043E4"/>
                      </a:solidFill>
                      <a:prstDash val="solid"/>
                      <a:round/>
                      <a:headEnd type="none" w="med" len="med"/>
                      <a:tailEnd type="none" w="med" len="med"/>
                    </a:lnL>
                    <a:lnR w="9525" cap="flat" cmpd="sng" algn="ctr">
                      <a:solidFill>
                        <a:srgbClr val="0063E4"/>
                      </a:solidFill>
                      <a:prstDash val="solid"/>
                      <a:round/>
                      <a:headEnd type="none" w="med" len="med"/>
                      <a:tailEnd type="none" w="med" len="med"/>
                    </a:lnR>
                    <a:lnT w="9525" cap="flat" cmpd="sng" algn="ctr">
                      <a:solidFill>
                        <a:srgbClr val="4041E4"/>
                      </a:solidFill>
                      <a:prstDash val="solid"/>
                      <a:round/>
                      <a:headEnd type="none" w="med" len="med"/>
                      <a:tailEnd type="none" w="med" len="med"/>
                    </a:lnT>
                    <a:lnB w="9525" cap="flat" cmpd="sng" algn="ctr">
                      <a:solidFill>
                        <a:srgbClr val="7066E4"/>
                      </a:solidFill>
                      <a:prstDash val="solid"/>
                      <a:round/>
                      <a:headEnd type="none" w="med" len="med"/>
                      <a:tailEnd type="none" w="med" len="med"/>
                    </a:lnB>
                    <a:solidFill>
                      <a:srgbClr val="FFFFFF"/>
                    </a:solidFill>
                  </a:tcPr>
                </a:tc>
                <a:tc>
                  <a:txBody>
                    <a:bodyPr/>
                    <a:lstStyle/>
                    <a:p>
                      <a:pPr algn="ctr" latinLnBrk="1"/>
                      <a:r>
                        <a:rPr lang="en-US" sz="2000">
                          <a:effectLst/>
                        </a:rPr>
                        <a:t>383</a:t>
                      </a:r>
                      <a:endParaRPr lang="en-US" sz="2000">
                        <a:effectLst/>
                      </a:endParaRPr>
                    </a:p>
                  </a:txBody>
                  <a:tcPr marL="47625" marR="47625" marT="9525" marB="9525" anchor="ctr">
                    <a:lnL w="9525" cap="flat" cmpd="sng" algn="ctr">
                      <a:solidFill>
                        <a:srgbClr val="0063E4"/>
                      </a:solidFill>
                      <a:prstDash val="solid"/>
                      <a:round/>
                      <a:headEnd type="none" w="med" len="med"/>
                      <a:tailEnd type="none" w="med" len="med"/>
                    </a:lnL>
                    <a:lnR w="9525" cap="flat" cmpd="sng" algn="ctr">
                      <a:solidFill>
                        <a:srgbClr val="4041E4"/>
                      </a:solidFill>
                      <a:prstDash val="solid"/>
                      <a:round/>
                      <a:headEnd type="none" w="med" len="med"/>
                      <a:tailEnd type="none" w="med" len="med"/>
                    </a:lnR>
                    <a:lnT w="9525" cap="flat" cmpd="sng" algn="ctr">
                      <a:solidFill>
                        <a:srgbClr val="7066E4"/>
                      </a:solidFill>
                      <a:prstDash val="solid"/>
                      <a:round/>
                      <a:headEnd type="none" w="med" len="med"/>
                      <a:tailEnd type="none" w="med" len="med"/>
                    </a:lnT>
                    <a:lnB w="9525" cap="flat" cmpd="sng" algn="ctr">
                      <a:solidFill>
                        <a:srgbClr val="4041E4"/>
                      </a:solidFill>
                      <a:prstDash val="solid"/>
                      <a:round/>
                      <a:headEnd type="none" w="med" len="med"/>
                      <a:tailEnd type="none" w="med" len="med"/>
                    </a:lnB>
                    <a:solidFill>
                      <a:srgbClr val="FFFFFF"/>
                    </a:solidFill>
                  </a:tcPr>
                </a:tc>
              </a:tr>
              <a:tr h="908209">
                <a:tc>
                  <a:txBody>
                    <a:bodyPr/>
                    <a:lstStyle/>
                    <a:p>
                      <a:pPr algn="ctr" latinLnBrk="1"/>
                      <a:r>
                        <a:rPr lang="en-US" sz="2000">
                          <a:effectLst/>
                        </a:rPr>
                        <a:t>Editing</a:t>
                      </a:r>
                      <a:endParaRPr lang="en-US" sz="2000">
                        <a:effectLst/>
                      </a:endParaRPr>
                    </a:p>
                  </a:txBody>
                  <a:tcPr marL="47625" marR="47625" marT="9525" marB="9525" anchor="ctr">
                    <a:lnL w="9525" cap="flat" cmpd="sng" algn="ctr">
                      <a:solidFill>
                        <a:srgbClr val="7043E4"/>
                      </a:solidFill>
                      <a:prstDash val="solid"/>
                      <a:round/>
                      <a:headEnd type="none" w="med" len="med"/>
                      <a:tailEnd type="none" w="med" len="med"/>
                    </a:lnL>
                    <a:lnR w="9525" cap="flat" cmpd="sng" algn="ctr">
                      <a:solidFill>
                        <a:srgbClr val="0063E4"/>
                      </a:solidFill>
                      <a:prstDash val="solid"/>
                      <a:round/>
                      <a:headEnd type="none" w="med" len="med"/>
                      <a:tailEnd type="none" w="med" len="med"/>
                    </a:lnR>
                    <a:lnT w="9525" cap="flat" cmpd="sng" algn="ctr">
                      <a:solidFill>
                        <a:srgbClr val="4041E4"/>
                      </a:solidFill>
                      <a:prstDash val="solid"/>
                      <a:round/>
                      <a:headEnd type="none" w="med" len="med"/>
                      <a:tailEnd type="none" w="med" len="med"/>
                    </a:lnT>
                    <a:lnB w="9525" cap="flat" cmpd="sng" algn="ctr">
                      <a:solidFill>
                        <a:srgbClr val="0063E4"/>
                      </a:solidFill>
                      <a:prstDash val="solid"/>
                      <a:round/>
                      <a:headEnd type="none" w="med" len="med"/>
                      <a:tailEnd type="none" w="med" len="med"/>
                    </a:lnB>
                    <a:solidFill>
                      <a:srgbClr val="FFFFFF"/>
                    </a:solidFill>
                  </a:tcPr>
                </a:tc>
                <a:tc>
                  <a:txBody>
                    <a:bodyPr/>
                    <a:lstStyle/>
                    <a:p>
                      <a:pPr algn="ctr" latinLnBrk="1"/>
                      <a:r>
                        <a:rPr lang="en-US" sz="2000">
                          <a:effectLst/>
                        </a:rPr>
                        <a:t>122</a:t>
                      </a:r>
                      <a:endParaRPr lang="en-US" sz="2000">
                        <a:effectLst/>
                      </a:endParaRPr>
                    </a:p>
                  </a:txBody>
                  <a:tcPr marL="47625" marR="47625" marT="9525" marB="9525" anchor="ctr">
                    <a:lnL w="9525" cap="flat" cmpd="sng" algn="ctr">
                      <a:solidFill>
                        <a:srgbClr val="0063E4"/>
                      </a:solidFill>
                      <a:prstDash val="solid"/>
                      <a:round/>
                      <a:headEnd type="none" w="med" len="med"/>
                      <a:tailEnd type="none" w="med" len="med"/>
                    </a:lnL>
                    <a:lnR w="9525" cap="flat" cmpd="sng" algn="ctr">
                      <a:solidFill>
                        <a:srgbClr val="7043E4"/>
                      </a:solidFill>
                      <a:prstDash val="solid"/>
                      <a:round/>
                      <a:headEnd type="none" w="med" len="med"/>
                      <a:tailEnd type="none" w="med" len="med"/>
                    </a:lnR>
                    <a:lnT w="9525" cap="flat" cmpd="sng" algn="ctr">
                      <a:solidFill>
                        <a:srgbClr val="7066E4"/>
                      </a:solidFill>
                      <a:prstDash val="solid"/>
                      <a:round/>
                      <a:headEnd type="none" w="med" len="med"/>
                      <a:tailEnd type="none" w="med" len="med"/>
                    </a:lnT>
                    <a:lnB w="9525" cap="flat" cmpd="sng" algn="ctr">
                      <a:solidFill>
                        <a:srgbClr val="7043E4"/>
                      </a:solidFill>
                      <a:prstDash val="solid"/>
                      <a:round/>
                      <a:headEnd type="none" w="med" len="med"/>
                      <a:tailEnd type="none" w="med" len="med"/>
                    </a:lnB>
                    <a:solidFill>
                      <a:srgbClr val="FFFFFF"/>
                    </a:solidFill>
                  </a:tcPr>
                </a:tc>
                <a:tc>
                  <a:txBody>
                    <a:bodyPr/>
                    <a:lstStyle/>
                    <a:p>
                      <a:pPr algn="ctr" latinLnBrk="1"/>
                      <a:r>
                        <a:rPr lang="en-US" sz="2000">
                          <a:effectLst/>
                        </a:rPr>
                        <a:t>183</a:t>
                      </a:r>
                      <a:endParaRPr lang="en-US" sz="2000">
                        <a:effectLst/>
                      </a:endParaRPr>
                    </a:p>
                  </a:txBody>
                  <a:tcPr marL="47625" marR="47625" marT="9525" marB="9525" anchor="ctr">
                    <a:lnL w="9525" cap="flat" cmpd="sng" algn="ctr">
                      <a:solidFill>
                        <a:srgbClr val="7043E4"/>
                      </a:solidFill>
                      <a:prstDash val="solid"/>
                      <a:round/>
                      <a:headEnd type="none" w="med" len="med"/>
                      <a:tailEnd type="none" w="med" len="med"/>
                    </a:lnL>
                    <a:lnR w="9525" cap="flat" cmpd="sng" algn="ctr">
                      <a:solidFill>
                        <a:srgbClr val="0063E4"/>
                      </a:solidFill>
                      <a:prstDash val="solid"/>
                      <a:round/>
                      <a:headEnd type="none" w="med" len="med"/>
                      <a:tailEnd type="none" w="med" len="med"/>
                    </a:lnR>
                    <a:lnT w="9525" cap="flat" cmpd="sng" algn="ctr">
                      <a:solidFill>
                        <a:srgbClr val="4041E4"/>
                      </a:solidFill>
                      <a:prstDash val="solid"/>
                      <a:round/>
                      <a:headEnd type="none" w="med" len="med"/>
                      <a:tailEnd type="none" w="med" len="med"/>
                    </a:lnT>
                    <a:lnB w="9525" cap="flat" cmpd="sng" algn="ctr">
                      <a:solidFill>
                        <a:srgbClr val="0063E4"/>
                      </a:solidFill>
                      <a:prstDash val="solid"/>
                      <a:round/>
                      <a:headEnd type="none" w="med" len="med"/>
                      <a:tailEnd type="none" w="med" len="med"/>
                    </a:lnB>
                    <a:solidFill>
                      <a:srgbClr val="FFFFFF"/>
                    </a:solidFill>
                  </a:tcPr>
                </a:tc>
                <a:tc>
                  <a:txBody>
                    <a:bodyPr/>
                    <a:lstStyle/>
                    <a:p>
                      <a:pPr algn="ctr" latinLnBrk="1"/>
                      <a:r>
                        <a:rPr lang="en-US" sz="2000" dirty="0">
                          <a:effectLst/>
                        </a:rPr>
                        <a:t>2</a:t>
                      </a:r>
                      <a:endParaRPr lang="en-US" sz="2000" dirty="0">
                        <a:effectLst/>
                      </a:endParaRPr>
                    </a:p>
                  </a:txBody>
                  <a:tcPr marL="47625" marR="47625" marT="9525" marB="9525" anchor="ctr">
                    <a:lnL w="9525" cap="flat" cmpd="sng" algn="ctr">
                      <a:solidFill>
                        <a:srgbClr val="0063E4"/>
                      </a:solidFill>
                      <a:prstDash val="solid"/>
                      <a:round/>
                      <a:headEnd type="none" w="med" len="med"/>
                      <a:tailEnd type="none" w="med" len="med"/>
                    </a:lnL>
                    <a:lnR w="9525" cap="flat" cmpd="sng" algn="ctr">
                      <a:solidFill>
                        <a:srgbClr val="7043E4"/>
                      </a:solidFill>
                      <a:prstDash val="solid"/>
                      <a:round/>
                      <a:headEnd type="none" w="med" len="med"/>
                      <a:tailEnd type="none" w="med" len="med"/>
                    </a:lnR>
                    <a:lnT w="9525" cap="flat" cmpd="sng" algn="ctr">
                      <a:solidFill>
                        <a:srgbClr val="7066E4"/>
                      </a:solidFill>
                      <a:prstDash val="solid"/>
                      <a:round/>
                      <a:headEnd type="none" w="med" len="med"/>
                      <a:tailEnd type="none" w="med" len="med"/>
                    </a:lnT>
                    <a:lnB w="9525" cap="flat" cmpd="sng" algn="ctr">
                      <a:solidFill>
                        <a:srgbClr val="7043E4"/>
                      </a:solidFill>
                      <a:prstDash val="solid"/>
                      <a:round/>
                      <a:headEnd type="none" w="med" len="med"/>
                      <a:tailEnd type="none" w="med" len="med"/>
                    </a:lnB>
                    <a:solidFill>
                      <a:srgbClr val="FFFFFF"/>
                    </a:solidFill>
                  </a:tcPr>
                </a:tc>
                <a:tc>
                  <a:txBody>
                    <a:bodyPr/>
                    <a:lstStyle/>
                    <a:p>
                      <a:pPr algn="ctr" latinLnBrk="1"/>
                      <a:r>
                        <a:rPr lang="en-US" sz="2000" dirty="0">
                          <a:effectLst/>
                        </a:rPr>
                        <a:t>193</a:t>
                      </a:r>
                      <a:endParaRPr lang="en-US" sz="2000" dirty="0">
                        <a:effectLst/>
                      </a:endParaRPr>
                    </a:p>
                  </a:txBody>
                  <a:tcPr marL="47625" marR="47625" marT="9525" marB="9525" anchor="ctr">
                    <a:lnL w="9525" cap="flat" cmpd="sng" algn="ctr">
                      <a:solidFill>
                        <a:srgbClr val="7043E4"/>
                      </a:solidFill>
                      <a:prstDash val="solid"/>
                      <a:round/>
                      <a:headEnd type="none" w="med" len="med"/>
                      <a:tailEnd type="none" w="med" len="med"/>
                    </a:lnL>
                    <a:lnR w="9525" cap="flat" cmpd="sng" algn="ctr">
                      <a:solidFill>
                        <a:srgbClr val="7066E4"/>
                      </a:solidFill>
                      <a:prstDash val="solid"/>
                      <a:round/>
                      <a:headEnd type="none" w="med" len="med"/>
                      <a:tailEnd type="none" w="med" len="med"/>
                    </a:lnR>
                    <a:lnT w="9525" cap="flat" cmpd="sng" algn="ctr">
                      <a:solidFill>
                        <a:srgbClr val="4041E4"/>
                      </a:solidFill>
                      <a:prstDash val="solid"/>
                      <a:round/>
                      <a:headEnd type="none" w="med" len="med"/>
                      <a:tailEnd type="none" w="med" len="med"/>
                    </a:lnT>
                    <a:lnB w="9525" cap="flat" cmpd="sng" algn="ctr">
                      <a:solidFill>
                        <a:srgbClr val="0063E4"/>
                      </a:solidFill>
                      <a:prstDash val="solid"/>
                      <a:round/>
                      <a:headEnd type="none" w="med" len="med"/>
                      <a:tailEnd type="none" w="med" len="med"/>
                    </a:lnB>
                    <a:solidFill>
                      <a:srgbClr val="FFFFFF"/>
                    </a:solidFill>
                  </a:tcPr>
                </a:tc>
              </a:tr>
            </a:tbl>
          </a:graphicData>
        </a:graphic>
      </p:graphicFrame>
      <p:sp>
        <p:nvSpPr>
          <p:cNvPr id="7" name="Text Placeholder 6"/>
          <p:cNvSpPr>
            <a:spLocks noGrp="1"/>
          </p:cNvSpPr>
          <p:nvPr>
            <p:ph type="body" sz="quarter" idx="3"/>
          </p:nvPr>
        </p:nvSpPr>
        <p:spPr>
          <a:xfrm>
            <a:off x="6172200" y="1681163"/>
            <a:ext cx="5183188" cy="823912"/>
          </a:xfrm>
        </p:spPr>
        <p:txBody>
          <a:bodyPr/>
          <a:lstStyle/>
          <a:p>
            <a:r>
              <a:rPr lang="en-US" dirty="0"/>
              <a:t>Fine-Tuned Model</a:t>
            </a:r>
            <a:endParaRPr lang="en-US" dirty="0"/>
          </a:p>
        </p:txBody>
      </p:sp>
      <p:graphicFrame>
        <p:nvGraphicFramePr>
          <p:cNvPr id="10" name="Content Placeholder 9"/>
          <p:cNvGraphicFramePr>
            <a:graphicFrameLocks noGrp="1"/>
          </p:cNvGraphicFramePr>
          <p:nvPr>
            <p:ph sz="quarter" idx="4"/>
          </p:nvPr>
        </p:nvGraphicFramePr>
        <p:xfrm>
          <a:off x="6172200" y="2505075"/>
          <a:ext cx="5183192" cy="3632836"/>
        </p:xfrm>
        <a:graphic>
          <a:graphicData uri="http://schemas.openxmlformats.org/drawingml/2006/table">
            <a:tbl>
              <a:tblPr/>
              <a:tblGrid>
                <a:gridCol w="1440180"/>
                <a:gridCol w="935753"/>
                <a:gridCol w="935753"/>
                <a:gridCol w="935753"/>
                <a:gridCol w="935753"/>
              </a:tblGrid>
              <a:tr h="908209">
                <a:tc>
                  <a:txBody>
                    <a:bodyPr/>
                    <a:lstStyle/>
                    <a:p>
                      <a:pPr algn="ctr" latinLnBrk="1"/>
                      <a:r>
                        <a:rPr lang="en-US" sz="2000" dirty="0">
                          <a:effectLst/>
                        </a:rPr>
                        <a:t>Label</a:t>
                      </a:r>
                      <a:endParaRPr lang="en-US" sz="2000" dirty="0">
                        <a:effectLst/>
                      </a:endParaRPr>
                    </a:p>
                  </a:txBody>
                  <a:tcPr marL="23475" marR="23475" marT="4695" marB="4695" anchor="ctr">
                    <a:lnL w="9525" cap="flat" cmpd="sng" algn="ctr">
                      <a:solidFill>
                        <a:srgbClr val="2088C1"/>
                      </a:solidFill>
                      <a:prstDash val="solid"/>
                      <a:round/>
                      <a:headEnd type="none" w="med" len="med"/>
                      <a:tailEnd type="none" w="med" len="med"/>
                    </a:lnL>
                    <a:lnR w="9525" cap="flat" cmpd="sng" algn="ctr">
                      <a:solidFill>
                        <a:srgbClr val="B093C1"/>
                      </a:solidFill>
                      <a:prstDash val="solid"/>
                      <a:round/>
                      <a:headEnd type="none" w="med" len="med"/>
                      <a:tailEnd type="none" w="med" len="med"/>
                    </a:lnR>
                    <a:lnT w="9525" cap="flat" cmpd="sng" algn="ctr">
                      <a:solidFill>
                        <a:srgbClr val="609DC1"/>
                      </a:solidFill>
                      <a:prstDash val="solid"/>
                      <a:round/>
                      <a:headEnd type="none" w="med" len="med"/>
                      <a:tailEnd type="none" w="med" len="med"/>
                    </a:lnT>
                    <a:lnB w="9525" cap="flat" cmpd="sng" algn="ctr">
                      <a:solidFill>
                        <a:srgbClr val="2088C1"/>
                      </a:solidFill>
                      <a:prstDash val="solid"/>
                      <a:round/>
                      <a:headEnd type="none" w="med" len="med"/>
                      <a:tailEnd type="none" w="med" len="med"/>
                    </a:lnB>
                    <a:solidFill>
                      <a:srgbClr val="FFFFFF"/>
                    </a:solidFill>
                  </a:tcPr>
                </a:tc>
                <a:tc>
                  <a:txBody>
                    <a:bodyPr/>
                    <a:lstStyle/>
                    <a:p>
                      <a:pPr algn="ctr" latinLnBrk="1"/>
                      <a:r>
                        <a:rPr lang="en-US" sz="2000" dirty="0">
                          <a:effectLst/>
                        </a:rPr>
                        <a:t>TN</a:t>
                      </a:r>
                      <a:endParaRPr lang="en-US" sz="2000" dirty="0">
                        <a:effectLst/>
                      </a:endParaRPr>
                    </a:p>
                  </a:txBody>
                  <a:tcPr marL="23360" marR="23360" marT="4672" marB="4672" anchor="ctr">
                    <a:lnL w="9525" cap="flat" cmpd="sng" algn="ctr">
                      <a:solidFill>
                        <a:srgbClr val="B093C1"/>
                      </a:solidFill>
                      <a:prstDash val="solid"/>
                      <a:round/>
                      <a:headEnd type="none" w="med" len="med"/>
                      <a:tailEnd type="none" w="med" len="med"/>
                    </a:lnL>
                    <a:lnR w="9525" cap="flat" cmpd="sng" algn="ctr">
                      <a:solidFill>
                        <a:srgbClr val="2088C1"/>
                      </a:solidFill>
                      <a:prstDash val="solid"/>
                      <a:round/>
                      <a:headEnd type="none" w="med" len="med"/>
                      <a:tailEnd type="none" w="med" len="med"/>
                    </a:lnR>
                    <a:lnT w="9525" cap="flat" cmpd="sng" algn="ctr">
                      <a:solidFill>
                        <a:srgbClr val="3091C1"/>
                      </a:solidFill>
                      <a:prstDash val="solid"/>
                      <a:round/>
                      <a:headEnd type="none" w="med" len="med"/>
                      <a:tailEnd type="none" w="med" len="med"/>
                    </a:lnT>
                    <a:lnB w="9525" cap="flat" cmpd="sng" algn="ctr">
                      <a:solidFill>
                        <a:srgbClr val="B093C1"/>
                      </a:solidFill>
                      <a:prstDash val="solid"/>
                      <a:round/>
                      <a:headEnd type="none" w="med" len="med"/>
                      <a:tailEnd type="none" w="med" len="med"/>
                    </a:lnB>
                    <a:solidFill>
                      <a:srgbClr val="FFFFFF"/>
                    </a:solidFill>
                  </a:tcPr>
                </a:tc>
                <a:tc>
                  <a:txBody>
                    <a:bodyPr/>
                    <a:lstStyle/>
                    <a:p>
                      <a:pPr algn="ctr" latinLnBrk="1"/>
                      <a:r>
                        <a:rPr lang="en-US" sz="2000" dirty="0">
                          <a:effectLst/>
                        </a:rPr>
                        <a:t>FP</a:t>
                      </a:r>
                      <a:endParaRPr lang="en-US" sz="2000" dirty="0">
                        <a:effectLst/>
                      </a:endParaRPr>
                    </a:p>
                  </a:txBody>
                  <a:tcPr marL="23360" marR="23360" marT="4672" marB="4672" anchor="ctr">
                    <a:lnL w="9525" cap="flat" cmpd="sng" algn="ctr">
                      <a:solidFill>
                        <a:srgbClr val="2088C1"/>
                      </a:solidFill>
                      <a:prstDash val="solid"/>
                      <a:round/>
                      <a:headEnd type="none" w="med" len="med"/>
                      <a:tailEnd type="none" w="med" len="med"/>
                    </a:lnL>
                    <a:lnR w="9525" cap="flat" cmpd="sng" algn="ctr">
                      <a:solidFill>
                        <a:srgbClr val="B093C1"/>
                      </a:solidFill>
                      <a:prstDash val="solid"/>
                      <a:round/>
                      <a:headEnd type="none" w="med" len="med"/>
                      <a:tailEnd type="none" w="med" len="med"/>
                    </a:lnR>
                    <a:lnT w="9525" cap="flat" cmpd="sng" algn="ctr">
                      <a:solidFill>
                        <a:srgbClr val="609DC1"/>
                      </a:solidFill>
                      <a:prstDash val="solid"/>
                      <a:round/>
                      <a:headEnd type="none" w="med" len="med"/>
                      <a:tailEnd type="none" w="med" len="med"/>
                    </a:lnT>
                    <a:lnB w="9525" cap="flat" cmpd="sng" algn="ctr">
                      <a:solidFill>
                        <a:srgbClr val="2088C1"/>
                      </a:solidFill>
                      <a:prstDash val="solid"/>
                      <a:round/>
                      <a:headEnd type="none" w="med" len="med"/>
                      <a:tailEnd type="none" w="med" len="med"/>
                    </a:lnB>
                    <a:solidFill>
                      <a:srgbClr val="FFFFFF"/>
                    </a:solidFill>
                  </a:tcPr>
                </a:tc>
                <a:tc>
                  <a:txBody>
                    <a:bodyPr/>
                    <a:lstStyle/>
                    <a:p>
                      <a:pPr algn="ctr" latinLnBrk="1"/>
                      <a:r>
                        <a:rPr lang="en-US" sz="2000" dirty="0">
                          <a:effectLst/>
                        </a:rPr>
                        <a:t>FN</a:t>
                      </a:r>
                      <a:endParaRPr lang="en-US" sz="2000" dirty="0">
                        <a:effectLst/>
                      </a:endParaRPr>
                    </a:p>
                  </a:txBody>
                  <a:tcPr marL="23360" marR="23360" marT="4672" marB="4672" anchor="ctr">
                    <a:lnL w="9525" cap="flat" cmpd="sng" algn="ctr">
                      <a:solidFill>
                        <a:srgbClr val="B093C1"/>
                      </a:solidFill>
                      <a:prstDash val="solid"/>
                      <a:round/>
                      <a:headEnd type="none" w="med" len="med"/>
                      <a:tailEnd type="none" w="med" len="med"/>
                    </a:lnL>
                    <a:lnR w="9525" cap="flat" cmpd="sng" algn="ctr">
                      <a:solidFill>
                        <a:srgbClr val="2088C1"/>
                      </a:solidFill>
                      <a:prstDash val="solid"/>
                      <a:round/>
                      <a:headEnd type="none" w="med" len="med"/>
                      <a:tailEnd type="none" w="med" len="med"/>
                    </a:lnR>
                    <a:lnT w="9525" cap="flat" cmpd="sng" algn="ctr">
                      <a:solidFill>
                        <a:srgbClr val="3091C1"/>
                      </a:solidFill>
                      <a:prstDash val="solid"/>
                      <a:round/>
                      <a:headEnd type="none" w="med" len="med"/>
                      <a:tailEnd type="none" w="med" len="med"/>
                    </a:lnT>
                    <a:lnB w="9525" cap="flat" cmpd="sng" algn="ctr">
                      <a:solidFill>
                        <a:srgbClr val="B093C1"/>
                      </a:solidFill>
                      <a:prstDash val="solid"/>
                      <a:round/>
                      <a:headEnd type="none" w="med" len="med"/>
                      <a:tailEnd type="none" w="med" len="med"/>
                    </a:lnB>
                    <a:solidFill>
                      <a:srgbClr val="FFFFFF"/>
                    </a:solidFill>
                  </a:tcPr>
                </a:tc>
                <a:tc>
                  <a:txBody>
                    <a:bodyPr/>
                    <a:lstStyle/>
                    <a:p>
                      <a:pPr algn="ctr" latinLnBrk="1"/>
                      <a:r>
                        <a:rPr lang="en-US" sz="2000" dirty="0">
                          <a:effectLst/>
                        </a:rPr>
                        <a:t>TP</a:t>
                      </a:r>
                      <a:endParaRPr lang="en-US" sz="2000" dirty="0">
                        <a:effectLst/>
                      </a:endParaRPr>
                    </a:p>
                  </a:txBody>
                  <a:tcPr marL="23360" marR="23360" marT="4672" marB="4672" anchor="ctr">
                    <a:lnL w="9525" cap="flat" cmpd="sng" algn="ctr">
                      <a:solidFill>
                        <a:srgbClr val="2088C1"/>
                      </a:solidFill>
                      <a:prstDash val="solid"/>
                      <a:round/>
                      <a:headEnd type="none" w="med" len="med"/>
                      <a:tailEnd type="none" w="med" len="med"/>
                    </a:lnL>
                    <a:lnR w="9525" cap="flat" cmpd="sng" algn="ctr">
                      <a:solidFill>
                        <a:srgbClr val="B093C1"/>
                      </a:solidFill>
                      <a:prstDash val="solid"/>
                      <a:round/>
                      <a:headEnd type="none" w="med" len="med"/>
                      <a:tailEnd type="none" w="med" len="med"/>
                    </a:lnR>
                    <a:lnT w="9525" cap="flat" cmpd="sng" algn="ctr">
                      <a:solidFill>
                        <a:srgbClr val="609DC1"/>
                      </a:solidFill>
                      <a:prstDash val="solid"/>
                      <a:round/>
                      <a:headEnd type="none" w="med" len="med"/>
                      <a:tailEnd type="none" w="med" len="med"/>
                    </a:lnT>
                    <a:lnB w="9525" cap="flat" cmpd="sng" algn="ctr">
                      <a:solidFill>
                        <a:srgbClr val="2088C1"/>
                      </a:solidFill>
                      <a:prstDash val="solid"/>
                      <a:round/>
                      <a:headEnd type="none" w="med" len="med"/>
                      <a:tailEnd type="none" w="med" len="med"/>
                    </a:lnB>
                    <a:solidFill>
                      <a:srgbClr val="FFFFFF"/>
                    </a:solidFill>
                  </a:tcPr>
                </a:tc>
              </a:tr>
              <a:tr h="908209">
                <a:tc>
                  <a:txBody>
                    <a:bodyPr/>
                    <a:lstStyle/>
                    <a:p>
                      <a:pPr algn="ctr" latinLnBrk="1"/>
                      <a:r>
                        <a:rPr lang="en-US" sz="2000">
                          <a:effectLst/>
                        </a:rPr>
                        <a:t>Planning</a:t>
                      </a:r>
                      <a:endParaRPr lang="en-US" sz="2000">
                        <a:effectLst/>
                      </a:endParaRPr>
                    </a:p>
                  </a:txBody>
                  <a:tcPr marL="47625" marR="47625" marT="9525" marB="9525" anchor="ctr">
                    <a:lnL w="9525" cap="flat" cmpd="sng" algn="ctr">
                      <a:solidFill>
                        <a:srgbClr val="609DC1"/>
                      </a:solidFill>
                      <a:prstDash val="solid"/>
                      <a:round/>
                      <a:headEnd type="none" w="med" len="med"/>
                      <a:tailEnd type="none" w="med" len="med"/>
                    </a:lnL>
                    <a:lnR w="9525" cap="flat" cmpd="sng" algn="ctr">
                      <a:solidFill>
                        <a:srgbClr val="3091C1"/>
                      </a:solidFill>
                      <a:prstDash val="solid"/>
                      <a:round/>
                      <a:headEnd type="none" w="med" len="med"/>
                      <a:tailEnd type="none" w="med" len="med"/>
                    </a:lnR>
                    <a:lnT w="9525" cap="flat" cmpd="sng" algn="ctr">
                      <a:solidFill>
                        <a:srgbClr val="2088C1"/>
                      </a:solidFill>
                      <a:prstDash val="solid"/>
                      <a:round/>
                      <a:headEnd type="none" w="med" len="med"/>
                      <a:tailEnd type="none" w="med" len="med"/>
                    </a:lnT>
                    <a:lnB w="9525" cap="flat" cmpd="sng" algn="ctr">
                      <a:solidFill>
                        <a:srgbClr val="B093C1"/>
                      </a:solidFill>
                      <a:prstDash val="solid"/>
                      <a:round/>
                      <a:headEnd type="none" w="med" len="med"/>
                      <a:tailEnd type="none" w="med" len="med"/>
                    </a:lnB>
                    <a:solidFill>
                      <a:srgbClr val="FFFFFF"/>
                    </a:solidFill>
                  </a:tcPr>
                </a:tc>
                <a:tc>
                  <a:txBody>
                    <a:bodyPr/>
                    <a:lstStyle/>
                    <a:p>
                      <a:pPr algn="ctr" latinLnBrk="1"/>
                      <a:r>
                        <a:rPr lang="en-US" sz="2000" dirty="0">
                          <a:effectLst/>
                        </a:rPr>
                        <a:t>278</a:t>
                      </a:r>
                      <a:endParaRPr lang="en-US" sz="2000" dirty="0">
                        <a:effectLst/>
                      </a:endParaRPr>
                    </a:p>
                  </a:txBody>
                  <a:tcPr marL="47625" marR="47625" marT="9525" marB="9525" anchor="ctr">
                    <a:lnL w="9525" cap="flat" cmpd="sng" algn="ctr">
                      <a:solidFill>
                        <a:srgbClr val="3091C1"/>
                      </a:solidFill>
                      <a:prstDash val="solid"/>
                      <a:round/>
                      <a:headEnd type="none" w="med" len="med"/>
                      <a:tailEnd type="none" w="med" len="med"/>
                    </a:lnL>
                    <a:lnR w="9525" cap="flat" cmpd="sng" algn="ctr">
                      <a:solidFill>
                        <a:srgbClr val="609DC1"/>
                      </a:solidFill>
                      <a:prstDash val="solid"/>
                      <a:round/>
                      <a:headEnd type="none" w="med" len="med"/>
                      <a:tailEnd type="none" w="med" len="med"/>
                    </a:lnR>
                    <a:lnT w="9525" cap="flat" cmpd="sng" algn="ctr">
                      <a:solidFill>
                        <a:srgbClr val="B093C1"/>
                      </a:solidFill>
                      <a:prstDash val="solid"/>
                      <a:round/>
                      <a:headEnd type="none" w="med" len="med"/>
                      <a:tailEnd type="none" w="med" len="med"/>
                    </a:lnT>
                    <a:lnB w="9525" cap="flat" cmpd="sng" algn="ctr">
                      <a:solidFill>
                        <a:srgbClr val="2088C1"/>
                      </a:solidFill>
                      <a:prstDash val="solid"/>
                      <a:round/>
                      <a:headEnd type="none" w="med" len="med"/>
                      <a:tailEnd type="none" w="med" len="med"/>
                    </a:lnB>
                    <a:solidFill>
                      <a:srgbClr val="FFFFFF"/>
                    </a:solidFill>
                  </a:tcPr>
                </a:tc>
                <a:tc>
                  <a:txBody>
                    <a:bodyPr/>
                    <a:lstStyle/>
                    <a:p>
                      <a:pPr algn="ctr" latinLnBrk="1"/>
                      <a:r>
                        <a:rPr lang="en-US" sz="2000">
                          <a:effectLst/>
                        </a:rPr>
                        <a:t>39</a:t>
                      </a:r>
                      <a:endParaRPr lang="en-US" sz="2000">
                        <a:effectLst/>
                      </a:endParaRPr>
                    </a:p>
                  </a:txBody>
                  <a:tcPr marL="47625" marR="47625" marT="9525" marB="9525" anchor="ctr">
                    <a:lnL w="9525" cap="flat" cmpd="sng" algn="ctr">
                      <a:solidFill>
                        <a:srgbClr val="609DC1"/>
                      </a:solidFill>
                      <a:prstDash val="solid"/>
                      <a:round/>
                      <a:headEnd type="none" w="med" len="med"/>
                      <a:tailEnd type="none" w="med" len="med"/>
                    </a:lnL>
                    <a:lnR w="9525" cap="flat" cmpd="sng" algn="ctr">
                      <a:solidFill>
                        <a:srgbClr val="3091C1"/>
                      </a:solidFill>
                      <a:prstDash val="solid"/>
                      <a:round/>
                      <a:headEnd type="none" w="med" len="med"/>
                      <a:tailEnd type="none" w="med" len="med"/>
                    </a:lnR>
                    <a:lnT w="9525" cap="flat" cmpd="sng" algn="ctr">
                      <a:solidFill>
                        <a:srgbClr val="2088C1"/>
                      </a:solidFill>
                      <a:prstDash val="solid"/>
                      <a:round/>
                      <a:headEnd type="none" w="med" len="med"/>
                      <a:tailEnd type="none" w="med" len="med"/>
                    </a:lnT>
                    <a:lnB w="9525" cap="flat" cmpd="sng" algn="ctr">
                      <a:solidFill>
                        <a:srgbClr val="B093C1"/>
                      </a:solidFill>
                      <a:prstDash val="solid"/>
                      <a:round/>
                      <a:headEnd type="none" w="med" len="med"/>
                      <a:tailEnd type="none" w="med" len="med"/>
                    </a:lnB>
                    <a:solidFill>
                      <a:srgbClr val="FFFFFF"/>
                    </a:solidFill>
                  </a:tcPr>
                </a:tc>
                <a:tc>
                  <a:txBody>
                    <a:bodyPr/>
                    <a:lstStyle/>
                    <a:p>
                      <a:pPr algn="ctr" latinLnBrk="1"/>
                      <a:r>
                        <a:rPr lang="en-US" sz="2000" dirty="0">
                          <a:effectLst/>
                        </a:rPr>
                        <a:t>18</a:t>
                      </a:r>
                      <a:endParaRPr lang="en-US" sz="2000" dirty="0">
                        <a:effectLst/>
                      </a:endParaRPr>
                    </a:p>
                  </a:txBody>
                  <a:tcPr marL="47625" marR="47625" marT="9525" marB="9525" anchor="ctr">
                    <a:lnL w="9525" cap="flat" cmpd="sng" algn="ctr">
                      <a:solidFill>
                        <a:srgbClr val="3091C1"/>
                      </a:solidFill>
                      <a:prstDash val="solid"/>
                      <a:round/>
                      <a:headEnd type="none" w="med" len="med"/>
                      <a:tailEnd type="none" w="med" len="med"/>
                    </a:lnL>
                    <a:lnR w="9525" cap="flat" cmpd="sng" algn="ctr">
                      <a:solidFill>
                        <a:srgbClr val="609DC1"/>
                      </a:solidFill>
                      <a:prstDash val="solid"/>
                      <a:round/>
                      <a:headEnd type="none" w="med" len="med"/>
                      <a:tailEnd type="none" w="med" len="med"/>
                    </a:lnR>
                    <a:lnT w="9525" cap="flat" cmpd="sng" algn="ctr">
                      <a:solidFill>
                        <a:srgbClr val="B093C1"/>
                      </a:solidFill>
                      <a:prstDash val="solid"/>
                      <a:round/>
                      <a:headEnd type="none" w="med" len="med"/>
                      <a:tailEnd type="none" w="med" len="med"/>
                    </a:lnT>
                    <a:lnB w="9525" cap="flat" cmpd="sng" algn="ctr">
                      <a:solidFill>
                        <a:srgbClr val="2088C1"/>
                      </a:solidFill>
                      <a:prstDash val="solid"/>
                      <a:round/>
                      <a:headEnd type="none" w="med" len="med"/>
                      <a:tailEnd type="none" w="med" len="med"/>
                    </a:lnB>
                    <a:solidFill>
                      <a:srgbClr val="FFFFFF"/>
                    </a:solidFill>
                  </a:tcPr>
                </a:tc>
                <a:tc>
                  <a:txBody>
                    <a:bodyPr/>
                    <a:lstStyle/>
                    <a:p>
                      <a:pPr algn="ctr" latinLnBrk="1"/>
                      <a:r>
                        <a:rPr lang="en-US" sz="2000">
                          <a:effectLst/>
                        </a:rPr>
                        <a:t>161</a:t>
                      </a:r>
                      <a:endParaRPr lang="en-US" sz="2000">
                        <a:effectLst/>
                      </a:endParaRPr>
                    </a:p>
                  </a:txBody>
                  <a:tcPr marL="47625" marR="47625" marT="9525" marB="9525" anchor="ctr">
                    <a:lnL w="9525" cap="flat" cmpd="sng" algn="ctr">
                      <a:solidFill>
                        <a:srgbClr val="609DC1"/>
                      </a:solidFill>
                      <a:prstDash val="solid"/>
                      <a:round/>
                      <a:headEnd type="none" w="med" len="med"/>
                      <a:tailEnd type="none" w="med" len="med"/>
                    </a:lnL>
                    <a:lnR w="9525" cap="flat" cmpd="sng" algn="ctr">
                      <a:solidFill>
                        <a:srgbClr val="B093C1"/>
                      </a:solidFill>
                      <a:prstDash val="solid"/>
                      <a:round/>
                      <a:headEnd type="none" w="med" len="med"/>
                      <a:tailEnd type="none" w="med" len="med"/>
                    </a:lnR>
                    <a:lnT w="9525" cap="flat" cmpd="sng" algn="ctr">
                      <a:solidFill>
                        <a:srgbClr val="2088C1"/>
                      </a:solidFill>
                      <a:prstDash val="solid"/>
                      <a:round/>
                      <a:headEnd type="none" w="med" len="med"/>
                      <a:tailEnd type="none" w="med" len="med"/>
                    </a:lnT>
                    <a:lnB w="9525" cap="flat" cmpd="sng" algn="ctr">
                      <a:solidFill>
                        <a:srgbClr val="B093C1"/>
                      </a:solidFill>
                      <a:prstDash val="solid"/>
                      <a:round/>
                      <a:headEnd type="none" w="med" len="med"/>
                      <a:tailEnd type="none" w="med" len="med"/>
                    </a:lnB>
                    <a:solidFill>
                      <a:srgbClr val="FFFFFF"/>
                    </a:solidFill>
                  </a:tcPr>
                </a:tc>
              </a:tr>
              <a:tr h="908209">
                <a:tc>
                  <a:txBody>
                    <a:bodyPr/>
                    <a:lstStyle/>
                    <a:p>
                      <a:pPr algn="ctr" latinLnBrk="1"/>
                      <a:r>
                        <a:rPr lang="en-US" sz="2000">
                          <a:effectLst/>
                        </a:rPr>
                        <a:t>Translating</a:t>
                      </a:r>
                      <a:endParaRPr lang="en-US" sz="2000">
                        <a:effectLst/>
                      </a:endParaRPr>
                    </a:p>
                  </a:txBody>
                  <a:tcPr marL="47625" marR="47625" marT="9525" marB="9525" anchor="ctr">
                    <a:lnL w="9525" cap="flat" cmpd="sng" algn="ctr">
                      <a:solidFill>
                        <a:srgbClr val="3091C1"/>
                      </a:solidFill>
                      <a:prstDash val="solid"/>
                      <a:round/>
                      <a:headEnd type="none" w="med" len="med"/>
                      <a:tailEnd type="none" w="med" len="med"/>
                    </a:lnL>
                    <a:lnR w="9525" cap="flat" cmpd="sng" algn="ctr">
                      <a:solidFill>
                        <a:srgbClr val="609DC1"/>
                      </a:solidFill>
                      <a:prstDash val="solid"/>
                      <a:round/>
                      <a:headEnd type="none" w="med" len="med"/>
                      <a:tailEnd type="none" w="med" len="med"/>
                    </a:lnR>
                    <a:lnT w="9525" cap="flat" cmpd="sng" algn="ctr">
                      <a:solidFill>
                        <a:srgbClr val="B093C1"/>
                      </a:solidFill>
                      <a:prstDash val="solid"/>
                      <a:round/>
                      <a:headEnd type="none" w="med" len="med"/>
                      <a:tailEnd type="none" w="med" len="med"/>
                    </a:lnT>
                    <a:lnB w="9525" cap="flat" cmpd="sng" algn="ctr">
                      <a:solidFill>
                        <a:srgbClr val="2088C1"/>
                      </a:solidFill>
                      <a:prstDash val="solid"/>
                      <a:round/>
                      <a:headEnd type="none" w="med" len="med"/>
                      <a:tailEnd type="none" w="med" len="med"/>
                    </a:lnB>
                    <a:solidFill>
                      <a:srgbClr val="FFFFFF"/>
                    </a:solidFill>
                  </a:tcPr>
                </a:tc>
                <a:tc>
                  <a:txBody>
                    <a:bodyPr/>
                    <a:lstStyle/>
                    <a:p>
                      <a:pPr algn="ctr" latinLnBrk="1"/>
                      <a:r>
                        <a:rPr lang="en-US" sz="2000">
                          <a:effectLst/>
                        </a:rPr>
                        <a:t>110</a:t>
                      </a:r>
                      <a:endParaRPr lang="en-US" sz="2000">
                        <a:effectLst/>
                      </a:endParaRPr>
                    </a:p>
                  </a:txBody>
                  <a:tcPr marL="47625" marR="47625" marT="9525" marB="9525" anchor="ctr">
                    <a:lnL w="9525" cap="flat" cmpd="sng" algn="ctr">
                      <a:solidFill>
                        <a:srgbClr val="609DC1"/>
                      </a:solidFill>
                      <a:prstDash val="solid"/>
                      <a:round/>
                      <a:headEnd type="none" w="med" len="med"/>
                      <a:tailEnd type="none" w="med" len="med"/>
                    </a:lnL>
                    <a:lnR w="9525" cap="flat" cmpd="sng" algn="ctr">
                      <a:solidFill>
                        <a:srgbClr val="3091C1"/>
                      </a:solidFill>
                      <a:prstDash val="solid"/>
                      <a:round/>
                      <a:headEnd type="none" w="med" len="med"/>
                      <a:tailEnd type="none" w="med" len="med"/>
                    </a:lnR>
                    <a:lnT w="9525" cap="flat" cmpd="sng" algn="ctr">
                      <a:solidFill>
                        <a:srgbClr val="2088C1"/>
                      </a:solidFill>
                      <a:prstDash val="solid"/>
                      <a:round/>
                      <a:headEnd type="none" w="med" len="med"/>
                      <a:tailEnd type="none" w="med" len="med"/>
                    </a:lnT>
                    <a:lnB w="9525" cap="flat" cmpd="sng" algn="ctr">
                      <a:solidFill>
                        <a:srgbClr val="B093C1"/>
                      </a:solidFill>
                      <a:prstDash val="solid"/>
                      <a:round/>
                      <a:headEnd type="none" w="med" len="med"/>
                      <a:tailEnd type="none" w="med" len="med"/>
                    </a:lnB>
                    <a:solidFill>
                      <a:srgbClr val="FFFFFF"/>
                    </a:solidFill>
                  </a:tcPr>
                </a:tc>
                <a:tc>
                  <a:txBody>
                    <a:bodyPr/>
                    <a:lstStyle/>
                    <a:p>
                      <a:pPr algn="ctr" latinLnBrk="1"/>
                      <a:r>
                        <a:rPr lang="en-US" sz="2000" dirty="0">
                          <a:effectLst/>
                        </a:rPr>
                        <a:t>6</a:t>
                      </a:r>
                      <a:endParaRPr lang="en-US" sz="2000" dirty="0">
                        <a:effectLst/>
                      </a:endParaRPr>
                    </a:p>
                  </a:txBody>
                  <a:tcPr marL="47625" marR="47625" marT="9525" marB="9525" anchor="ctr">
                    <a:lnL w="9525" cap="flat" cmpd="sng" algn="ctr">
                      <a:solidFill>
                        <a:srgbClr val="3091C1"/>
                      </a:solidFill>
                      <a:prstDash val="solid"/>
                      <a:round/>
                      <a:headEnd type="none" w="med" len="med"/>
                      <a:tailEnd type="none" w="med" len="med"/>
                    </a:lnL>
                    <a:lnR w="9525" cap="flat" cmpd="sng" algn="ctr">
                      <a:solidFill>
                        <a:srgbClr val="609DC1"/>
                      </a:solidFill>
                      <a:prstDash val="solid"/>
                      <a:round/>
                      <a:headEnd type="none" w="med" len="med"/>
                      <a:tailEnd type="none" w="med" len="med"/>
                    </a:lnR>
                    <a:lnT w="9525" cap="flat" cmpd="sng" algn="ctr">
                      <a:solidFill>
                        <a:srgbClr val="B093C1"/>
                      </a:solidFill>
                      <a:prstDash val="solid"/>
                      <a:round/>
                      <a:headEnd type="none" w="med" len="med"/>
                      <a:tailEnd type="none" w="med" len="med"/>
                    </a:lnT>
                    <a:lnB w="9525" cap="flat" cmpd="sng" algn="ctr">
                      <a:solidFill>
                        <a:srgbClr val="2088C1"/>
                      </a:solidFill>
                      <a:prstDash val="solid"/>
                      <a:round/>
                      <a:headEnd type="none" w="med" len="med"/>
                      <a:tailEnd type="none" w="med" len="med"/>
                    </a:lnB>
                    <a:solidFill>
                      <a:srgbClr val="FFFFFF"/>
                    </a:solidFill>
                  </a:tcPr>
                </a:tc>
                <a:tc>
                  <a:txBody>
                    <a:bodyPr/>
                    <a:lstStyle/>
                    <a:p>
                      <a:pPr algn="ctr" latinLnBrk="1"/>
                      <a:r>
                        <a:rPr lang="en-US" sz="2000" dirty="0">
                          <a:effectLst/>
                        </a:rPr>
                        <a:t>33</a:t>
                      </a:r>
                      <a:endParaRPr lang="en-US" sz="2000" dirty="0">
                        <a:effectLst/>
                      </a:endParaRPr>
                    </a:p>
                  </a:txBody>
                  <a:tcPr marL="47625" marR="47625" marT="9525" marB="9525" anchor="ctr">
                    <a:lnL w="9525" cap="flat" cmpd="sng" algn="ctr">
                      <a:solidFill>
                        <a:srgbClr val="609DC1"/>
                      </a:solidFill>
                      <a:prstDash val="solid"/>
                      <a:round/>
                      <a:headEnd type="none" w="med" len="med"/>
                      <a:tailEnd type="none" w="med" len="med"/>
                    </a:lnL>
                    <a:lnR w="9525" cap="flat" cmpd="sng" algn="ctr">
                      <a:solidFill>
                        <a:srgbClr val="3091C1"/>
                      </a:solidFill>
                      <a:prstDash val="solid"/>
                      <a:round/>
                      <a:headEnd type="none" w="med" len="med"/>
                      <a:tailEnd type="none" w="med" len="med"/>
                    </a:lnR>
                    <a:lnT w="9525" cap="flat" cmpd="sng" algn="ctr">
                      <a:solidFill>
                        <a:srgbClr val="2088C1"/>
                      </a:solidFill>
                      <a:prstDash val="solid"/>
                      <a:round/>
                      <a:headEnd type="none" w="med" len="med"/>
                      <a:tailEnd type="none" w="med" len="med"/>
                    </a:lnT>
                    <a:lnB w="9525" cap="flat" cmpd="sng" algn="ctr">
                      <a:solidFill>
                        <a:srgbClr val="B093C1"/>
                      </a:solidFill>
                      <a:prstDash val="solid"/>
                      <a:round/>
                      <a:headEnd type="none" w="med" len="med"/>
                      <a:tailEnd type="none" w="med" len="med"/>
                    </a:lnB>
                    <a:solidFill>
                      <a:srgbClr val="FFFFFF"/>
                    </a:solidFill>
                  </a:tcPr>
                </a:tc>
                <a:tc>
                  <a:txBody>
                    <a:bodyPr/>
                    <a:lstStyle/>
                    <a:p>
                      <a:pPr algn="ctr" latinLnBrk="1"/>
                      <a:r>
                        <a:rPr lang="en-US" sz="2000" dirty="0">
                          <a:effectLst/>
                        </a:rPr>
                        <a:t>347</a:t>
                      </a:r>
                      <a:endParaRPr lang="en-US" sz="2000" dirty="0">
                        <a:effectLst/>
                      </a:endParaRPr>
                    </a:p>
                  </a:txBody>
                  <a:tcPr marL="47625" marR="47625" marT="9525" marB="9525" anchor="ctr">
                    <a:lnL w="9525" cap="flat" cmpd="sng" algn="ctr">
                      <a:solidFill>
                        <a:srgbClr val="3091C1"/>
                      </a:solidFill>
                      <a:prstDash val="solid"/>
                      <a:round/>
                      <a:headEnd type="none" w="med" len="med"/>
                      <a:tailEnd type="none" w="med" len="med"/>
                    </a:lnL>
                    <a:lnR w="9525" cap="flat" cmpd="sng" algn="ctr">
                      <a:solidFill>
                        <a:srgbClr val="2088C1"/>
                      </a:solidFill>
                      <a:prstDash val="solid"/>
                      <a:round/>
                      <a:headEnd type="none" w="med" len="med"/>
                      <a:tailEnd type="none" w="med" len="med"/>
                    </a:lnR>
                    <a:lnT w="9525" cap="flat" cmpd="sng" algn="ctr">
                      <a:solidFill>
                        <a:srgbClr val="B093C1"/>
                      </a:solidFill>
                      <a:prstDash val="solid"/>
                      <a:round/>
                      <a:headEnd type="none" w="med" len="med"/>
                      <a:tailEnd type="none" w="med" len="med"/>
                    </a:lnT>
                    <a:lnB w="9525" cap="flat" cmpd="sng" algn="ctr">
                      <a:solidFill>
                        <a:srgbClr val="2088C1"/>
                      </a:solidFill>
                      <a:prstDash val="solid"/>
                      <a:round/>
                      <a:headEnd type="none" w="med" len="med"/>
                      <a:tailEnd type="none" w="med" len="med"/>
                    </a:lnB>
                    <a:solidFill>
                      <a:srgbClr val="FFFFFF"/>
                    </a:solidFill>
                  </a:tcPr>
                </a:tc>
              </a:tr>
              <a:tr h="908209">
                <a:tc>
                  <a:txBody>
                    <a:bodyPr/>
                    <a:lstStyle/>
                    <a:p>
                      <a:pPr algn="ctr" latinLnBrk="1"/>
                      <a:r>
                        <a:rPr lang="en-US" sz="2000">
                          <a:effectLst/>
                        </a:rPr>
                        <a:t>Editing</a:t>
                      </a:r>
                      <a:endParaRPr lang="en-US" sz="2000">
                        <a:effectLst/>
                      </a:endParaRPr>
                    </a:p>
                  </a:txBody>
                  <a:tcPr marL="47625" marR="47625" marT="9525" marB="9525" anchor="ctr">
                    <a:lnL w="9525" cap="flat" cmpd="sng" algn="ctr">
                      <a:solidFill>
                        <a:srgbClr val="609DC1"/>
                      </a:solidFill>
                      <a:prstDash val="solid"/>
                      <a:round/>
                      <a:headEnd type="none" w="med" len="med"/>
                      <a:tailEnd type="none" w="med" len="med"/>
                    </a:lnL>
                    <a:lnR w="9525" cap="flat" cmpd="sng" algn="ctr">
                      <a:solidFill>
                        <a:srgbClr val="3091C1"/>
                      </a:solidFill>
                      <a:prstDash val="solid"/>
                      <a:round/>
                      <a:headEnd type="none" w="med" len="med"/>
                      <a:tailEnd type="none" w="med" len="med"/>
                    </a:lnR>
                    <a:lnT w="9525" cap="flat" cmpd="sng" algn="ctr">
                      <a:solidFill>
                        <a:srgbClr val="2088C1"/>
                      </a:solidFill>
                      <a:prstDash val="solid"/>
                      <a:round/>
                      <a:headEnd type="none" w="med" len="med"/>
                      <a:tailEnd type="none" w="med" len="med"/>
                    </a:lnT>
                    <a:lnB w="9525" cap="flat" cmpd="sng" algn="ctr">
                      <a:solidFill>
                        <a:srgbClr val="3091C1"/>
                      </a:solidFill>
                      <a:prstDash val="solid"/>
                      <a:round/>
                      <a:headEnd type="none" w="med" len="med"/>
                      <a:tailEnd type="none" w="med" len="med"/>
                    </a:lnB>
                    <a:solidFill>
                      <a:srgbClr val="FFFFFF"/>
                    </a:solidFill>
                  </a:tcPr>
                </a:tc>
                <a:tc>
                  <a:txBody>
                    <a:bodyPr/>
                    <a:lstStyle/>
                    <a:p>
                      <a:pPr algn="ctr" latinLnBrk="1"/>
                      <a:r>
                        <a:rPr lang="en-US" sz="2000">
                          <a:effectLst/>
                        </a:rPr>
                        <a:t>277</a:t>
                      </a:r>
                      <a:endParaRPr lang="en-US" sz="2000">
                        <a:effectLst/>
                      </a:endParaRPr>
                    </a:p>
                  </a:txBody>
                  <a:tcPr marL="47625" marR="47625" marT="9525" marB="9525" anchor="ctr">
                    <a:lnL w="9525" cap="flat" cmpd="sng" algn="ctr">
                      <a:solidFill>
                        <a:srgbClr val="3091C1"/>
                      </a:solidFill>
                      <a:prstDash val="solid"/>
                      <a:round/>
                      <a:headEnd type="none" w="med" len="med"/>
                      <a:tailEnd type="none" w="med" len="med"/>
                    </a:lnL>
                    <a:lnR w="9525" cap="flat" cmpd="sng" algn="ctr">
                      <a:solidFill>
                        <a:srgbClr val="609DC1"/>
                      </a:solidFill>
                      <a:prstDash val="solid"/>
                      <a:round/>
                      <a:headEnd type="none" w="med" len="med"/>
                      <a:tailEnd type="none" w="med" len="med"/>
                    </a:lnR>
                    <a:lnT w="9525" cap="flat" cmpd="sng" algn="ctr">
                      <a:solidFill>
                        <a:srgbClr val="B093C1"/>
                      </a:solidFill>
                      <a:prstDash val="solid"/>
                      <a:round/>
                      <a:headEnd type="none" w="med" len="med"/>
                      <a:tailEnd type="none" w="med" len="med"/>
                    </a:lnT>
                    <a:lnB w="9525" cap="flat" cmpd="sng" algn="ctr">
                      <a:solidFill>
                        <a:srgbClr val="609DC1"/>
                      </a:solidFill>
                      <a:prstDash val="solid"/>
                      <a:round/>
                      <a:headEnd type="none" w="med" len="med"/>
                      <a:tailEnd type="none" w="med" len="med"/>
                    </a:lnB>
                    <a:solidFill>
                      <a:srgbClr val="FFFFFF"/>
                    </a:solidFill>
                  </a:tcPr>
                </a:tc>
                <a:tc>
                  <a:txBody>
                    <a:bodyPr/>
                    <a:lstStyle/>
                    <a:p>
                      <a:pPr algn="ctr" latinLnBrk="1"/>
                      <a:r>
                        <a:rPr lang="en-US" sz="2000" dirty="0">
                          <a:effectLst/>
                        </a:rPr>
                        <a:t>25</a:t>
                      </a:r>
                      <a:endParaRPr lang="en-US" sz="2000" dirty="0">
                        <a:effectLst/>
                      </a:endParaRPr>
                    </a:p>
                  </a:txBody>
                  <a:tcPr marL="47625" marR="47625" marT="9525" marB="9525" anchor="ctr">
                    <a:lnL w="9525" cap="flat" cmpd="sng" algn="ctr">
                      <a:solidFill>
                        <a:srgbClr val="609DC1"/>
                      </a:solidFill>
                      <a:prstDash val="solid"/>
                      <a:round/>
                      <a:headEnd type="none" w="med" len="med"/>
                      <a:tailEnd type="none" w="med" len="med"/>
                    </a:lnL>
                    <a:lnR w="9525" cap="flat" cmpd="sng" algn="ctr">
                      <a:solidFill>
                        <a:srgbClr val="3091C1"/>
                      </a:solidFill>
                      <a:prstDash val="solid"/>
                      <a:round/>
                      <a:headEnd type="none" w="med" len="med"/>
                      <a:tailEnd type="none" w="med" len="med"/>
                    </a:lnR>
                    <a:lnT w="9525" cap="flat" cmpd="sng" algn="ctr">
                      <a:solidFill>
                        <a:srgbClr val="2088C1"/>
                      </a:solidFill>
                      <a:prstDash val="solid"/>
                      <a:round/>
                      <a:headEnd type="none" w="med" len="med"/>
                      <a:tailEnd type="none" w="med" len="med"/>
                    </a:lnT>
                    <a:lnB w="9525" cap="flat" cmpd="sng" algn="ctr">
                      <a:solidFill>
                        <a:srgbClr val="3091C1"/>
                      </a:solidFill>
                      <a:prstDash val="solid"/>
                      <a:round/>
                      <a:headEnd type="none" w="med" len="med"/>
                      <a:tailEnd type="none" w="med" len="med"/>
                    </a:lnB>
                    <a:solidFill>
                      <a:srgbClr val="FFFFFF"/>
                    </a:solidFill>
                  </a:tcPr>
                </a:tc>
                <a:tc>
                  <a:txBody>
                    <a:bodyPr/>
                    <a:lstStyle/>
                    <a:p>
                      <a:pPr algn="ctr" latinLnBrk="1"/>
                      <a:r>
                        <a:rPr lang="en-US" sz="2000" dirty="0">
                          <a:effectLst/>
                        </a:rPr>
                        <a:t>4</a:t>
                      </a:r>
                      <a:endParaRPr lang="en-US" sz="2000" dirty="0">
                        <a:effectLst/>
                      </a:endParaRPr>
                    </a:p>
                  </a:txBody>
                  <a:tcPr marL="47625" marR="47625" marT="9525" marB="9525" anchor="ctr">
                    <a:lnL w="9525" cap="flat" cmpd="sng" algn="ctr">
                      <a:solidFill>
                        <a:srgbClr val="3091C1"/>
                      </a:solidFill>
                      <a:prstDash val="solid"/>
                      <a:round/>
                      <a:headEnd type="none" w="med" len="med"/>
                      <a:tailEnd type="none" w="med" len="med"/>
                    </a:lnL>
                    <a:lnR w="9525" cap="flat" cmpd="sng" algn="ctr">
                      <a:solidFill>
                        <a:srgbClr val="609DC1"/>
                      </a:solidFill>
                      <a:prstDash val="solid"/>
                      <a:round/>
                      <a:headEnd type="none" w="med" len="med"/>
                      <a:tailEnd type="none" w="med" len="med"/>
                    </a:lnR>
                    <a:lnT w="9525" cap="flat" cmpd="sng" algn="ctr">
                      <a:solidFill>
                        <a:srgbClr val="B093C1"/>
                      </a:solidFill>
                      <a:prstDash val="solid"/>
                      <a:round/>
                      <a:headEnd type="none" w="med" len="med"/>
                      <a:tailEnd type="none" w="med" len="med"/>
                    </a:lnT>
                    <a:lnB w="9525" cap="flat" cmpd="sng" algn="ctr">
                      <a:solidFill>
                        <a:srgbClr val="609DC1"/>
                      </a:solidFill>
                      <a:prstDash val="solid"/>
                      <a:round/>
                      <a:headEnd type="none" w="med" len="med"/>
                      <a:tailEnd type="none" w="med" len="med"/>
                    </a:lnB>
                    <a:solidFill>
                      <a:srgbClr val="FFFFFF"/>
                    </a:solidFill>
                  </a:tcPr>
                </a:tc>
                <a:tc>
                  <a:txBody>
                    <a:bodyPr/>
                    <a:lstStyle/>
                    <a:p>
                      <a:pPr algn="ctr" latinLnBrk="1"/>
                      <a:r>
                        <a:rPr lang="en-US" sz="2000" dirty="0">
                          <a:effectLst/>
                        </a:rPr>
                        <a:t>190</a:t>
                      </a:r>
                      <a:endParaRPr lang="en-US" sz="2000" dirty="0">
                        <a:effectLst/>
                      </a:endParaRPr>
                    </a:p>
                  </a:txBody>
                  <a:tcPr marL="47625" marR="47625" marT="9525" marB="9525" anchor="ctr">
                    <a:lnL w="9525" cap="flat" cmpd="sng" algn="ctr">
                      <a:solidFill>
                        <a:srgbClr val="609DC1"/>
                      </a:solidFill>
                      <a:prstDash val="solid"/>
                      <a:round/>
                      <a:headEnd type="none" w="med" len="med"/>
                      <a:tailEnd type="none" w="med" len="med"/>
                    </a:lnL>
                    <a:lnR w="9525" cap="flat" cmpd="sng" algn="ctr">
                      <a:solidFill>
                        <a:srgbClr val="B093C1"/>
                      </a:solidFill>
                      <a:prstDash val="solid"/>
                      <a:round/>
                      <a:headEnd type="none" w="med" len="med"/>
                      <a:tailEnd type="none" w="med" len="med"/>
                    </a:lnR>
                    <a:lnT w="9525" cap="flat" cmpd="sng" algn="ctr">
                      <a:solidFill>
                        <a:srgbClr val="2088C1"/>
                      </a:solidFill>
                      <a:prstDash val="solid"/>
                      <a:round/>
                      <a:headEnd type="none" w="med" len="med"/>
                      <a:tailEnd type="none" w="med" len="med"/>
                    </a:lnT>
                    <a:lnB w="9525" cap="flat" cmpd="sng" algn="ctr">
                      <a:solidFill>
                        <a:srgbClr val="3091C1"/>
                      </a:solidFill>
                      <a:prstDash val="solid"/>
                      <a:round/>
                      <a:headEnd type="none" w="med" len="med"/>
                      <a:tailEnd type="none" w="med" len="med"/>
                    </a:lnB>
                    <a:solidFill>
                      <a:srgbClr val="FFFFFF"/>
                    </a:solidFill>
                  </a:tcPr>
                </a:tc>
              </a:tr>
            </a:tbl>
          </a:graphicData>
        </a:graphic>
      </p:graphicFrame>
      <p:sp>
        <p:nvSpPr>
          <p:cNvPr id="4" name="Slide Number Placeholder 3"/>
          <p:cNvSpPr>
            <a:spLocks noGrp="1"/>
          </p:cNvSpPr>
          <p:nvPr>
            <p:ph type="sldNum" sz="quarter" idx="12"/>
          </p:nvPr>
        </p:nvSpPr>
        <p:spPr>
          <a:xfrm>
            <a:off x="8610600" y="6356350"/>
            <a:ext cx="2743200" cy="365125"/>
          </a:xfrm>
        </p:spPr>
        <p:txBody>
          <a:bodyPr/>
          <a:lstStyle/>
          <a:p>
            <a:fld id="{7F8CBF50-853B-304C-BCA2-DB5146F0D4EA}" type="slidenum">
              <a:rPr lang="en-US" smtClean="0"/>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p:spPr>
        <p:txBody>
          <a:bodyPr/>
          <a:lstStyle/>
          <a:p>
            <a:r>
              <a:rPr lang="en-US" dirty="0"/>
              <a:t>Catastrophic Forgetting</a:t>
            </a:r>
            <a:endParaRPr lang="en-US" dirty="0"/>
          </a:p>
        </p:txBody>
      </p:sp>
      <p:sp>
        <p:nvSpPr>
          <p:cNvPr id="3" name="Content Placeholder 2"/>
          <p:cNvSpPr>
            <a:spLocks noGrp="1"/>
          </p:cNvSpPr>
          <p:nvPr>
            <p:ph idx="1"/>
          </p:nvPr>
        </p:nvSpPr>
        <p:spPr>
          <a:xfrm>
            <a:off x="838200" y="1825625"/>
            <a:ext cx="10515600" cy="4351338"/>
          </a:xfrm>
        </p:spPr>
        <p:txBody>
          <a:bodyPr/>
          <a:lstStyle/>
          <a:p>
            <a:r>
              <a:rPr lang="en-US" dirty="0"/>
              <a:t>Catastrophic forgetting occurs when a machine learning model forgets previously learned information upon learning new information. This is particularly problematic in fine-tuning LLMs.</a:t>
            </a:r>
            <a:endParaRPr lang="en-US" dirty="0"/>
          </a:p>
          <a:p>
            <a:r>
              <a:rPr lang="en-US" dirty="0"/>
              <a:t>It arises when the model's parameters are updated during fine-tuning. Learning new tasks can overwrite important parameters, leading to a loss of performance on earlier tasks.</a:t>
            </a:r>
            <a:endParaRPr lang="en-US" dirty="0"/>
          </a:p>
        </p:txBody>
      </p:sp>
      <p:sp>
        <p:nvSpPr>
          <p:cNvPr id="4" name="Slide Number Placeholder 3"/>
          <p:cNvSpPr>
            <a:spLocks noGrp="1"/>
          </p:cNvSpPr>
          <p:nvPr>
            <p:ph type="sldNum" sz="quarter" idx="12"/>
          </p:nvPr>
        </p:nvSpPr>
        <p:spPr>
          <a:xfrm>
            <a:off x="8610600" y="6356350"/>
            <a:ext cx="2743200" cy="365125"/>
          </a:xfrm>
        </p:spPr>
        <p:txBody>
          <a:bodyPr/>
          <a:lstStyle/>
          <a:p>
            <a:fld id="{7F8CBF50-853B-304C-BCA2-DB5146F0D4EA}" type="slidenum">
              <a:rPr lang="en-US" smtClean="0"/>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p:spPr>
        <p:txBody>
          <a:bodyPr/>
          <a:lstStyle/>
          <a:p>
            <a:r>
              <a:rPr lang="en-US" dirty="0"/>
              <a:t>How to Avoid </a:t>
            </a:r>
            <a:r>
              <a:rPr lang="en-US" dirty="0"/>
              <a:t>Catastrophic Forgetting</a:t>
            </a:r>
            <a:endParaRPr lang="en-US" dirty="0"/>
          </a:p>
        </p:txBody>
      </p:sp>
      <p:sp>
        <p:nvSpPr>
          <p:cNvPr id="3" name="Content Placeholder 2"/>
          <p:cNvSpPr>
            <a:spLocks noGrp="1"/>
          </p:cNvSpPr>
          <p:nvPr>
            <p:ph idx="1"/>
          </p:nvPr>
        </p:nvSpPr>
        <p:spPr>
          <a:xfrm>
            <a:off x="838200" y="1825625"/>
            <a:ext cx="10515600" cy="4351338"/>
          </a:xfrm>
        </p:spPr>
        <p:txBody>
          <a:bodyPr/>
          <a:lstStyle/>
          <a:p>
            <a:r>
              <a:rPr lang="en-US" dirty="0"/>
              <a:t>Employ frameworks designed for continual learning, which explicitly address the challenge of catastrophic forgetting</a:t>
            </a:r>
            <a:endParaRPr lang="en-US" dirty="0"/>
          </a:p>
          <a:p>
            <a:r>
              <a:rPr lang="en-US" dirty="0"/>
              <a:t>Fine-tune on multiple tasks at the same time </a:t>
            </a:r>
            <a:endParaRPr lang="en-US" dirty="0"/>
          </a:p>
          <a:p>
            <a:r>
              <a:rPr lang="en-US" dirty="0"/>
              <a:t>Consider Parameter Efficient Fine-tuning (PEFT) </a:t>
            </a:r>
            <a:endParaRPr lang="en-US" dirty="0"/>
          </a:p>
          <a:p>
            <a:endParaRPr lang="en-US" dirty="0"/>
          </a:p>
        </p:txBody>
      </p:sp>
      <p:sp>
        <p:nvSpPr>
          <p:cNvPr id="4" name="Slide Number Placeholder 3"/>
          <p:cNvSpPr>
            <a:spLocks noGrp="1"/>
          </p:cNvSpPr>
          <p:nvPr>
            <p:ph type="sldNum" sz="quarter" idx="12"/>
          </p:nvPr>
        </p:nvSpPr>
        <p:spPr>
          <a:xfrm>
            <a:off x="8610600" y="6356350"/>
            <a:ext cx="2743200" cy="365125"/>
          </a:xfrm>
        </p:spPr>
        <p:txBody>
          <a:bodyPr/>
          <a:lstStyle/>
          <a:p>
            <a:fld id="{7F8CBF50-853B-304C-BCA2-DB5146F0D4EA}" type="slidenum">
              <a:rPr lang="en-US" smtClean="0"/>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Parameter-Efficient Fine-Tuning Methods</a:t>
            </a:r>
            <a:endParaRPr lang="en-US" dirty="0"/>
          </a:p>
        </p:txBody>
      </p:sp>
      <p:pic>
        <p:nvPicPr>
          <p:cNvPr id="5" name="Content Placeholder 4"/>
          <p:cNvPicPr>
            <a:picLocks noGrp="1" noChangeAspect="1"/>
          </p:cNvPicPr>
          <p:nvPr>
            <p:ph idx="1"/>
          </p:nvPr>
        </p:nvPicPr>
        <p:blipFill>
          <a:blip r:embed="rId1"/>
          <a:stretch>
            <a:fillRect/>
          </a:stretch>
        </p:blipFill>
        <p:spPr>
          <a:xfrm>
            <a:off x="1567458" y="1825625"/>
            <a:ext cx="9057083" cy="4351338"/>
          </a:xfrm>
          <a:prstGeom prst="rect">
            <a:avLst/>
          </a:prstGeom>
        </p:spPr>
      </p:pic>
      <p:sp>
        <p:nvSpPr>
          <p:cNvPr id="4" name="Slide Number Placeholder 3"/>
          <p:cNvSpPr>
            <a:spLocks noGrp="1"/>
          </p:cNvSpPr>
          <p:nvPr>
            <p:ph type="sldNum" sz="quarter" idx="12"/>
          </p:nvPr>
        </p:nvSpPr>
        <p:spPr/>
        <p:txBody>
          <a:bodyPr/>
          <a:lstStyle/>
          <a:p>
            <a:fld id="{7F8CBF50-853B-304C-BCA2-DB5146F0D4EA}" type="slidenum">
              <a:rPr lang="en-US" smtClean="0"/>
            </a:fld>
            <a:endParaRPr lang="en-US"/>
          </a:p>
        </p:txBody>
      </p:sp>
      <p:sp>
        <p:nvSpPr>
          <p:cNvPr id="6" name="TextBox 5"/>
          <p:cNvSpPr txBox="1"/>
          <p:nvPr/>
        </p:nvSpPr>
        <p:spPr>
          <a:xfrm>
            <a:off x="4300132" y="6400412"/>
            <a:ext cx="5317204" cy="276999"/>
          </a:xfrm>
          <a:prstGeom prst="rect">
            <a:avLst/>
          </a:prstGeom>
          <a:noFill/>
        </p:spPr>
        <p:txBody>
          <a:bodyPr wrap="square" rtlCol="0">
            <a:spAutoFit/>
          </a:bodyPr>
          <a:lstStyle/>
          <a:p>
            <a:pPr algn="ctr"/>
            <a:r>
              <a:rPr lang="en-US" altLang="zh-CN" sz="1200" dirty="0">
                <a:solidFill>
                  <a:schemeClr val="tx1">
                    <a:lumMod val="50000"/>
                    <a:lumOff val="50000"/>
                  </a:schemeClr>
                </a:solidFill>
              </a:rPr>
              <a:t>Source: Scaling Down to Scale Up: A Guide to Parameter-Efficient Fine-Tuning</a:t>
            </a:r>
            <a:endParaRPr lang="en-US" altLang="zh-CN" sz="1200" dirty="0">
              <a:solidFill>
                <a:schemeClr val="tx1">
                  <a:lumMod val="50000"/>
                  <a:lumOff val="50000"/>
                </a:schemeClr>
              </a:solidFill>
            </a:endParaRP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p:spPr>
        <p:txBody>
          <a:bodyPr/>
          <a:lstStyle/>
          <a:p>
            <a:r>
              <a:rPr lang="en-US" dirty="0" err="1"/>
              <a:t>LoRA</a:t>
            </a:r>
            <a:r>
              <a:rPr lang="en-US" dirty="0"/>
              <a:t>: Low-Rank Adaptation of LLMs</a:t>
            </a:r>
            <a:endParaRPr lang="en-US" dirty="0"/>
          </a:p>
        </p:txBody>
      </p:sp>
      <p:sp>
        <p:nvSpPr>
          <p:cNvPr id="3" name="Content Placeholder 2"/>
          <p:cNvSpPr>
            <a:spLocks noGrp="1"/>
          </p:cNvSpPr>
          <p:nvPr>
            <p:ph idx="1"/>
          </p:nvPr>
        </p:nvSpPr>
        <p:spPr>
          <a:xfrm>
            <a:off x="838200" y="1825625"/>
            <a:ext cx="10515600" cy="4351338"/>
          </a:xfrm>
        </p:spPr>
        <p:txBody>
          <a:bodyPr/>
          <a:lstStyle/>
          <a:p>
            <a:r>
              <a:rPr lang="en-US" dirty="0"/>
              <a:t>A technique to fine-tune LLMs efficiently.</a:t>
            </a:r>
            <a:endParaRPr lang="en-US" dirty="0"/>
          </a:p>
          <a:p>
            <a:r>
              <a:rPr lang="en-US" dirty="0"/>
              <a:t>It focuses on training a small number of low-rank matrices while keeping the rest of the model frozen.</a:t>
            </a:r>
            <a:endParaRPr lang="en-US" dirty="0"/>
          </a:p>
          <a:p>
            <a:r>
              <a:rPr lang="en-US" dirty="0"/>
              <a:t>Intuition:</a:t>
            </a:r>
            <a:endParaRPr lang="en-US" dirty="0"/>
          </a:p>
          <a:p>
            <a:pPr lvl="1"/>
            <a:r>
              <a:rPr lang="en-US" dirty="0"/>
              <a:t>Reduces the number of trainable parameters, making fine-tuning faster and less resource-intensive.</a:t>
            </a:r>
            <a:endParaRPr lang="en-US" dirty="0"/>
          </a:p>
          <a:p>
            <a:pPr lvl="1"/>
            <a:r>
              <a:rPr lang="en-US" dirty="0"/>
              <a:t>Preserves the general knowledge of the model while adapting to new tasks.</a:t>
            </a:r>
            <a:endParaRPr lang="en-US" dirty="0"/>
          </a:p>
          <a:p>
            <a:pPr lvl="1"/>
            <a:r>
              <a:rPr lang="en-US" dirty="0"/>
              <a:t>Effective for scenarios with limited computational resources.</a:t>
            </a:r>
            <a:endParaRPr lang="en-US" dirty="0"/>
          </a:p>
          <a:p>
            <a:endParaRPr lang="en-US" dirty="0"/>
          </a:p>
        </p:txBody>
      </p:sp>
      <p:sp>
        <p:nvSpPr>
          <p:cNvPr id="4" name="Slide Number Placeholder 3"/>
          <p:cNvSpPr>
            <a:spLocks noGrp="1"/>
          </p:cNvSpPr>
          <p:nvPr>
            <p:ph type="sldNum" sz="quarter" idx="12"/>
          </p:nvPr>
        </p:nvSpPr>
        <p:spPr>
          <a:xfrm>
            <a:off x="8610600" y="6356350"/>
            <a:ext cx="2743200" cy="365125"/>
          </a:xfrm>
        </p:spPr>
        <p:txBody>
          <a:bodyPr/>
          <a:lstStyle/>
          <a:p>
            <a:fld id="{7F8CBF50-853B-304C-BCA2-DB5146F0D4EA}" type="slidenum">
              <a:rPr lang="en-US" smtClean="0"/>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t>LoRA</a:t>
            </a:r>
            <a:r>
              <a:rPr lang="en-US" dirty="0"/>
              <a:t>: Low-Rank Adaptation of LLMs</a:t>
            </a:r>
            <a:endParaRPr lang="en-US" dirty="0"/>
          </a:p>
        </p:txBody>
      </p:sp>
      <p:pic>
        <p:nvPicPr>
          <p:cNvPr id="6" name="Content Placeholder 5"/>
          <p:cNvPicPr>
            <a:picLocks noGrp="1" noChangeAspect="1"/>
          </p:cNvPicPr>
          <p:nvPr>
            <p:ph idx="1"/>
          </p:nvPr>
        </p:nvPicPr>
        <p:blipFill>
          <a:blip r:embed="rId1"/>
          <a:stretch>
            <a:fillRect/>
          </a:stretch>
        </p:blipFill>
        <p:spPr>
          <a:xfrm>
            <a:off x="1066365" y="1825625"/>
            <a:ext cx="10059269" cy="4351338"/>
          </a:xfrm>
          <a:prstGeom prst="rect">
            <a:avLst/>
          </a:prstGeom>
        </p:spPr>
      </p:pic>
      <p:sp>
        <p:nvSpPr>
          <p:cNvPr id="4" name="Slide Number Placeholder 3"/>
          <p:cNvSpPr>
            <a:spLocks noGrp="1"/>
          </p:cNvSpPr>
          <p:nvPr>
            <p:ph type="sldNum" sz="quarter" idx="12"/>
          </p:nvPr>
        </p:nvSpPr>
        <p:spPr/>
        <p:txBody>
          <a:bodyPr/>
          <a:lstStyle/>
          <a:p>
            <a:fld id="{7F8CBF50-853B-304C-BCA2-DB5146F0D4EA}" type="slidenum">
              <a:rPr lang="en-US" smtClean="0"/>
            </a:fld>
            <a:endParaRPr lang="en-US"/>
          </a:p>
        </p:txBody>
      </p:sp>
      <p:sp>
        <p:nvSpPr>
          <p:cNvPr id="5" name="TextBox 4"/>
          <p:cNvSpPr txBox="1"/>
          <p:nvPr/>
        </p:nvSpPr>
        <p:spPr>
          <a:xfrm>
            <a:off x="4547558" y="6400412"/>
            <a:ext cx="3096883" cy="276999"/>
          </a:xfrm>
          <a:prstGeom prst="rect">
            <a:avLst/>
          </a:prstGeom>
          <a:noFill/>
        </p:spPr>
        <p:txBody>
          <a:bodyPr wrap="square" rtlCol="0">
            <a:spAutoFit/>
          </a:bodyPr>
          <a:lstStyle/>
          <a:p>
            <a:pPr algn="ctr"/>
            <a:r>
              <a:rPr lang="en-US" altLang="zh-CN" sz="1200" dirty="0">
                <a:solidFill>
                  <a:schemeClr val="tx1">
                    <a:lumMod val="50000"/>
                    <a:lumOff val="50000"/>
                  </a:schemeClr>
                </a:solidFill>
              </a:rPr>
              <a:t>Source: </a:t>
            </a:r>
            <a:r>
              <a:rPr lang="en-US" altLang="zh-CN" sz="1200" dirty="0" err="1">
                <a:solidFill>
                  <a:schemeClr val="tx1">
                    <a:lumMod val="50000"/>
                    <a:lumOff val="50000"/>
                  </a:schemeClr>
                </a:solidFill>
              </a:rPr>
              <a:t>DeepLearning.AI</a:t>
            </a:r>
            <a:r>
              <a:rPr lang="en-US" altLang="zh-CN" sz="1200" dirty="0">
                <a:solidFill>
                  <a:schemeClr val="tx1">
                    <a:lumMod val="50000"/>
                    <a:lumOff val="50000"/>
                  </a:schemeClr>
                </a:solidFill>
              </a:rPr>
              <a:t> / AWS</a:t>
            </a:r>
            <a:endParaRPr lang="en-US" altLang="zh-CN" sz="1200" dirty="0">
              <a:solidFill>
                <a:schemeClr val="tx1">
                  <a:lumMod val="50000"/>
                  <a:lumOff val="50000"/>
                </a:schemeClr>
              </a:solidFill>
            </a:endParaRP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t>LoRA</a:t>
            </a:r>
            <a:r>
              <a:rPr lang="en-US" dirty="0"/>
              <a:t>: Low-Rank Adaptation of LLMs</a:t>
            </a:r>
            <a:endParaRPr lang="en-US" dirty="0"/>
          </a:p>
        </p:txBody>
      </p:sp>
      <p:sp>
        <p:nvSpPr>
          <p:cNvPr id="4" name="Slide Number Placeholder 3"/>
          <p:cNvSpPr>
            <a:spLocks noGrp="1"/>
          </p:cNvSpPr>
          <p:nvPr>
            <p:ph type="sldNum" sz="quarter" idx="12"/>
          </p:nvPr>
        </p:nvSpPr>
        <p:spPr/>
        <p:txBody>
          <a:bodyPr/>
          <a:lstStyle/>
          <a:p>
            <a:fld id="{7F8CBF50-853B-304C-BCA2-DB5146F0D4EA}" type="slidenum">
              <a:rPr lang="en-US" smtClean="0"/>
            </a:fld>
            <a:endParaRPr lang="en-US"/>
          </a:p>
        </p:txBody>
      </p:sp>
      <p:sp>
        <p:nvSpPr>
          <p:cNvPr id="5" name="TextBox 4"/>
          <p:cNvSpPr txBox="1"/>
          <p:nvPr/>
        </p:nvSpPr>
        <p:spPr>
          <a:xfrm>
            <a:off x="4547558" y="6400412"/>
            <a:ext cx="3096883" cy="276999"/>
          </a:xfrm>
          <a:prstGeom prst="rect">
            <a:avLst/>
          </a:prstGeom>
          <a:noFill/>
        </p:spPr>
        <p:txBody>
          <a:bodyPr wrap="square" rtlCol="0">
            <a:spAutoFit/>
          </a:bodyPr>
          <a:lstStyle/>
          <a:p>
            <a:pPr algn="ctr"/>
            <a:r>
              <a:rPr lang="en-US" altLang="zh-CN" sz="1200" dirty="0">
                <a:solidFill>
                  <a:schemeClr val="tx1">
                    <a:lumMod val="50000"/>
                    <a:lumOff val="50000"/>
                  </a:schemeClr>
                </a:solidFill>
              </a:rPr>
              <a:t>Source: </a:t>
            </a:r>
            <a:r>
              <a:rPr lang="en-US" altLang="zh-CN" sz="1200" dirty="0" err="1">
                <a:solidFill>
                  <a:schemeClr val="tx1">
                    <a:lumMod val="50000"/>
                    <a:lumOff val="50000"/>
                  </a:schemeClr>
                </a:solidFill>
              </a:rPr>
              <a:t>DeepLearning.AI</a:t>
            </a:r>
            <a:r>
              <a:rPr lang="en-US" altLang="zh-CN" sz="1200" dirty="0">
                <a:solidFill>
                  <a:schemeClr val="tx1">
                    <a:lumMod val="50000"/>
                    <a:lumOff val="50000"/>
                  </a:schemeClr>
                </a:solidFill>
              </a:rPr>
              <a:t> / AWS</a:t>
            </a:r>
            <a:endParaRPr lang="en-US" altLang="zh-CN" sz="1200" dirty="0">
              <a:solidFill>
                <a:schemeClr val="tx1">
                  <a:lumMod val="50000"/>
                  <a:lumOff val="50000"/>
                </a:schemeClr>
              </a:solidFill>
            </a:endParaRPr>
          </a:p>
        </p:txBody>
      </p:sp>
      <p:pic>
        <p:nvPicPr>
          <p:cNvPr id="8" name="Content Placeholder 7"/>
          <p:cNvPicPr>
            <a:picLocks noGrp="1" noChangeAspect="1"/>
          </p:cNvPicPr>
          <p:nvPr>
            <p:ph idx="1"/>
          </p:nvPr>
        </p:nvPicPr>
        <p:blipFill>
          <a:blip r:embed="rId1"/>
          <a:stretch>
            <a:fillRect/>
          </a:stretch>
        </p:blipFill>
        <p:spPr>
          <a:xfrm>
            <a:off x="1107021" y="1825625"/>
            <a:ext cx="9977957" cy="4351338"/>
          </a:xfrm>
          <a:prstGeom prst="rect">
            <a:avLst/>
          </a:prstGeom>
        </p:spPr>
      </p:pic>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t>LoRA</a:t>
            </a:r>
            <a:r>
              <a:rPr lang="en-US" dirty="0"/>
              <a:t>: Low-Rank Adaptation of LLMs</a:t>
            </a:r>
            <a:endParaRPr lang="en-US" dirty="0"/>
          </a:p>
        </p:txBody>
      </p:sp>
      <p:sp>
        <p:nvSpPr>
          <p:cNvPr id="4" name="Slide Number Placeholder 3"/>
          <p:cNvSpPr>
            <a:spLocks noGrp="1"/>
          </p:cNvSpPr>
          <p:nvPr>
            <p:ph type="sldNum" sz="quarter" idx="12"/>
          </p:nvPr>
        </p:nvSpPr>
        <p:spPr/>
        <p:txBody>
          <a:bodyPr/>
          <a:lstStyle/>
          <a:p>
            <a:fld id="{7F8CBF50-853B-304C-BCA2-DB5146F0D4EA}" type="slidenum">
              <a:rPr lang="en-US" smtClean="0"/>
            </a:fld>
            <a:endParaRPr lang="en-US"/>
          </a:p>
        </p:txBody>
      </p:sp>
      <p:sp>
        <p:nvSpPr>
          <p:cNvPr id="5" name="TextBox 4"/>
          <p:cNvSpPr txBox="1"/>
          <p:nvPr/>
        </p:nvSpPr>
        <p:spPr>
          <a:xfrm>
            <a:off x="4547558" y="6400412"/>
            <a:ext cx="3096883" cy="276999"/>
          </a:xfrm>
          <a:prstGeom prst="rect">
            <a:avLst/>
          </a:prstGeom>
          <a:noFill/>
        </p:spPr>
        <p:txBody>
          <a:bodyPr wrap="square" rtlCol="0">
            <a:spAutoFit/>
          </a:bodyPr>
          <a:lstStyle/>
          <a:p>
            <a:pPr algn="ctr"/>
            <a:r>
              <a:rPr lang="en-US" altLang="zh-CN" sz="1200" dirty="0">
                <a:solidFill>
                  <a:schemeClr val="tx1">
                    <a:lumMod val="50000"/>
                    <a:lumOff val="50000"/>
                  </a:schemeClr>
                </a:solidFill>
              </a:rPr>
              <a:t>Source: </a:t>
            </a:r>
            <a:r>
              <a:rPr lang="en-US" altLang="zh-CN" sz="1200" dirty="0" err="1">
                <a:solidFill>
                  <a:schemeClr val="tx1">
                    <a:lumMod val="50000"/>
                    <a:lumOff val="50000"/>
                  </a:schemeClr>
                </a:solidFill>
              </a:rPr>
              <a:t>DeepLearning.AI</a:t>
            </a:r>
            <a:r>
              <a:rPr lang="en-US" altLang="zh-CN" sz="1200" dirty="0">
                <a:solidFill>
                  <a:schemeClr val="tx1">
                    <a:lumMod val="50000"/>
                    <a:lumOff val="50000"/>
                  </a:schemeClr>
                </a:solidFill>
              </a:rPr>
              <a:t> / AWS</a:t>
            </a:r>
            <a:endParaRPr lang="en-US" altLang="zh-CN" sz="1200" dirty="0">
              <a:solidFill>
                <a:schemeClr val="tx1">
                  <a:lumMod val="50000"/>
                  <a:lumOff val="50000"/>
                </a:schemeClr>
              </a:solidFill>
            </a:endParaRPr>
          </a:p>
        </p:txBody>
      </p:sp>
      <p:pic>
        <p:nvPicPr>
          <p:cNvPr id="8" name="Content Placeholder 7"/>
          <p:cNvPicPr>
            <a:picLocks noGrp="1" noChangeAspect="1"/>
          </p:cNvPicPr>
          <p:nvPr>
            <p:ph idx="1"/>
          </p:nvPr>
        </p:nvPicPr>
        <p:blipFill>
          <a:blip r:embed="rId1"/>
          <a:stretch>
            <a:fillRect/>
          </a:stretch>
        </p:blipFill>
        <p:spPr>
          <a:xfrm>
            <a:off x="1408452" y="1825625"/>
            <a:ext cx="9375096" cy="4351338"/>
          </a:xfrm>
          <a:prstGeom prst="rect">
            <a:avLst/>
          </a:prstGeom>
        </p:spPr>
      </p:pic>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t>LoRA</a:t>
            </a:r>
            <a:r>
              <a:rPr lang="en-US" dirty="0"/>
              <a:t>: Low-Rank Adaptation of LLMs</a:t>
            </a:r>
            <a:endParaRPr lang="en-US" dirty="0"/>
          </a:p>
        </p:txBody>
      </p:sp>
      <p:sp>
        <p:nvSpPr>
          <p:cNvPr id="4" name="Slide Number Placeholder 3"/>
          <p:cNvSpPr>
            <a:spLocks noGrp="1"/>
          </p:cNvSpPr>
          <p:nvPr>
            <p:ph type="sldNum" sz="quarter" idx="12"/>
          </p:nvPr>
        </p:nvSpPr>
        <p:spPr/>
        <p:txBody>
          <a:bodyPr/>
          <a:lstStyle/>
          <a:p>
            <a:fld id="{7F8CBF50-853B-304C-BCA2-DB5146F0D4EA}" type="slidenum">
              <a:rPr lang="en-US" smtClean="0"/>
            </a:fld>
            <a:endParaRPr lang="en-US"/>
          </a:p>
        </p:txBody>
      </p:sp>
      <p:sp>
        <p:nvSpPr>
          <p:cNvPr id="5" name="TextBox 4"/>
          <p:cNvSpPr txBox="1"/>
          <p:nvPr/>
        </p:nvSpPr>
        <p:spPr>
          <a:xfrm>
            <a:off x="4547558" y="6400412"/>
            <a:ext cx="3096883" cy="276999"/>
          </a:xfrm>
          <a:prstGeom prst="rect">
            <a:avLst/>
          </a:prstGeom>
          <a:noFill/>
        </p:spPr>
        <p:txBody>
          <a:bodyPr wrap="square" rtlCol="0">
            <a:spAutoFit/>
          </a:bodyPr>
          <a:lstStyle/>
          <a:p>
            <a:pPr algn="ctr"/>
            <a:r>
              <a:rPr lang="en-US" altLang="zh-CN" sz="1200" dirty="0">
                <a:solidFill>
                  <a:schemeClr val="tx1">
                    <a:lumMod val="50000"/>
                    <a:lumOff val="50000"/>
                  </a:schemeClr>
                </a:solidFill>
              </a:rPr>
              <a:t>Source: </a:t>
            </a:r>
            <a:r>
              <a:rPr lang="en-US" altLang="zh-CN" sz="1200" dirty="0" err="1">
                <a:solidFill>
                  <a:schemeClr val="tx1">
                    <a:lumMod val="50000"/>
                    <a:lumOff val="50000"/>
                  </a:schemeClr>
                </a:solidFill>
              </a:rPr>
              <a:t>DeepLearning.AI</a:t>
            </a:r>
            <a:r>
              <a:rPr lang="en-US" altLang="zh-CN" sz="1200" dirty="0">
                <a:solidFill>
                  <a:schemeClr val="tx1">
                    <a:lumMod val="50000"/>
                    <a:lumOff val="50000"/>
                  </a:schemeClr>
                </a:solidFill>
              </a:rPr>
              <a:t> / AWS</a:t>
            </a:r>
            <a:endParaRPr lang="en-US" altLang="zh-CN" sz="1200" dirty="0">
              <a:solidFill>
                <a:schemeClr val="tx1">
                  <a:lumMod val="50000"/>
                  <a:lumOff val="50000"/>
                </a:schemeClr>
              </a:solidFill>
            </a:endParaRPr>
          </a:p>
        </p:txBody>
      </p:sp>
      <p:pic>
        <p:nvPicPr>
          <p:cNvPr id="7" name="Content Placeholder 6"/>
          <p:cNvPicPr>
            <a:picLocks noGrp="1" noChangeAspect="1"/>
          </p:cNvPicPr>
          <p:nvPr>
            <p:ph idx="1"/>
          </p:nvPr>
        </p:nvPicPr>
        <p:blipFill>
          <a:blip r:embed="rId1"/>
          <a:stretch>
            <a:fillRect/>
          </a:stretch>
        </p:blipFill>
        <p:spPr>
          <a:xfrm>
            <a:off x="1358228" y="1837055"/>
            <a:ext cx="9452683" cy="4351338"/>
          </a:xfrm>
          <a:prstGeom prst="rect">
            <a:avLst/>
          </a:prstGeom>
        </p:spPr>
      </p:pic>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Parameter Reduction</a:t>
            </a:r>
            <a:endParaRPr lang="en-US" dirty="0"/>
          </a:p>
        </p:txBody>
      </p:sp>
      <p:sp>
        <p:nvSpPr>
          <p:cNvPr id="3" name="Content Placeholder 2"/>
          <p:cNvSpPr>
            <a:spLocks noGrp="1"/>
          </p:cNvSpPr>
          <p:nvPr>
            <p:ph idx="1"/>
          </p:nvPr>
        </p:nvSpPr>
        <p:spPr/>
        <p:txBody>
          <a:bodyPr>
            <a:normAutofit/>
          </a:bodyPr>
          <a:lstStyle/>
          <a:p>
            <a:r>
              <a:rPr lang="en-US" dirty="0"/>
              <a:t>Each attention head has dimensions d x k = 512 x 64 </a:t>
            </a:r>
            <a:endParaRPr lang="en-US" dirty="0"/>
          </a:p>
          <a:p>
            <a:r>
              <a:rPr lang="en-US" dirty="0"/>
              <a:t>512 x 64 = </a:t>
            </a:r>
            <a:r>
              <a:rPr lang="en-US" dirty="0">
                <a:solidFill>
                  <a:schemeClr val="accent2"/>
                </a:solidFill>
              </a:rPr>
              <a:t>32,768 trainable parameters </a:t>
            </a:r>
            <a:endParaRPr lang="en-US" dirty="0">
              <a:solidFill>
                <a:schemeClr val="accent2"/>
              </a:solidFill>
            </a:endParaRPr>
          </a:p>
          <a:p>
            <a:endParaRPr lang="en-US" dirty="0"/>
          </a:p>
          <a:p>
            <a:pPr marL="0" indent="0">
              <a:buNone/>
            </a:pPr>
            <a:endParaRPr lang="en-US" dirty="0"/>
          </a:p>
          <a:p>
            <a:r>
              <a:rPr lang="en-US" dirty="0"/>
              <a:t>In </a:t>
            </a:r>
            <a:r>
              <a:rPr lang="en-US" dirty="0" err="1"/>
              <a:t>LoRA</a:t>
            </a:r>
            <a:r>
              <a:rPr lang="en-US" dirty="0"/>
              <a:t> with rank r = 8: </a:t>
            </a:r>
            <a:r>
              <a:rPr lang="en-US" dirty="0">
                <a:solidFill>
                  <a:schemeClr val="accent2"/>
                </a:solidFill>
              </a:rPr>
              <a:t>4,608 trainable parameters (86% reduction)</a:t>
            </a:r>
            <a:endParaRPr lang="en-US" dirty="0">
              <a:solidFill>
                <a:schemeClr val="accent2"/>
              </a:solidFill>
            </a:endParaRPr>
          </a:p>
          <a:p>
            <a:r>
              <a:rPr lang="en-US" dirty="0"/>
              <a:t>A has dimensions r x k = 8 x 64 = 512 parameters</a:t>
            </a:r>
            <a:endParaRPr lang="en-US" dirty="0"/>
          </a:p>
          <a:p>
            <a:r>
              <a:rPr lang="en-US" dirty="0"/>
              <a:t>B has dimension d x r = 512 x 8 = 4,096 trainable parameters </a:t>
            </a:r>
            <a:br>
              <a:rPr lang="en-US" dirty="0"/>
            </a:br>
            <a:endParaRPr lang="en-US" dirty="0"/>
          </a:p>
          <a:p>
            <a:endParaRPr lang="en-US" dirty="0"/>
          </a:p>
          <a:p>
            <a:endParaRPr lang="en-US" dirty="0"/>
          </a:p>
        </p:txBody>
      </p:sp>
      <p:sp>
        <p:nvSpPr>
          <p:cNvPr id="4" name="Slide Number Placeholder 3"/>
          <p:cNvSpPr>
            <a:spLocks noGrp="1"/>
          </p:cNvSpPr>
          <p:nvPr>
            <p:ph type="sldNum" sz="quarter" idx="12"/>
          </p:nvPr>
        </p:nvSpPr>
        <p:spPr/>
        <p:txBody>
          <a:bodyPr/>
          <a:lstStyle/>
          <a:p>
            <a:fld id="{7F8CBF50-853B-304C-BCA2-DB5146F0D4EA}" type="slidenum">
              <a:rPr lang="en-US" smtClean="0"/>
            </a:fld>
            <a:endParaRPr lang="en-US"/>
          </a:p>
        </p:txBody>
      </p:sp>
      <p:pic>
        <p:nvPicPr>
          <p:cNvPr id="5" name="Picture 4"/>
          <p:cNvPicPr>
            <a:picLocks noChangeAspect="1"/>
          </p:cNvPicPr>
          <p:nvPr/>
        </p:nvPicPr>
        <p:blipFill>
          <a:blip r:embed="rId1"/>
          <a:stretch>
            <a:fillRect/>
          </a:stretch>
        </p:blipFill>
        <p:spPr>
          <a:xfrm>
            <a:off x="1413734" y="2870504"/>
            <a:ext cx="6396318" cy="923691"/>
          </a:xfrm>
          <a:prstGeom prst="rect">
            <a:avLst/>
          </a:prstGeom>
        </p:spPr>
      </p:pic>
      <p:pic>
        <p:nvPicPr>
          <p:cNvPr id="6" name="Picture 5"/>
          <p:cNvPicPr>
            <a:picLocks noChangeAspect="1"/>
          </p:cNvPicPr>
          <p:nvPr/>
        </p:nvPicPr>
        <p:blipFill>
          <a:blip r:embed="rId2"/>
          <a:stretch>
            <a:fillRect/>
          </a:stretch>
        </p:blipFill>
        <p:spPr>
          <a:xfrm>
            <a:off x="838200" y="5427042"/>
            <a:ext cx="6880412" cy="1294433"/>
          </a:xfrm>
          <a:prstGeom prst="rect">
            <a:avLst/>
          </a:prstGeom>
        </p:spPr>
      </p:pic>
      <p:sp>
        <p:nvSpPr>
          <p:cNvPr id="7" name="TextBox 6"/>
          <p:cNvSpPr txBox="1"/>
          <p:nvPr/>
        </p:nvSpPr>
        <p:spPr>
          <a:xfrm>
            <a:off x="4547558" y="6400412"/>
            <a:ext cx="3096883" cy="276999"/>
          </a:xfrm>
          <a:prstGeom prst="rect">
            <a:avLst/>
          </a:prstGeom>
          <a:noFill/>
        </p:spPr>
        <p:txBody>
          <a:bodyPr wrap="square" rtlCol="0">
            <a:spAutoFit/>
          </a:bodyPr>
          <a:lstStyle/>
          <a:p>
            <a:pPr algn="ctr"/>
            <a:r>
              <a:rPr lang="en-US" altLang="zh-CN" sz="1200" dirty="0">
                <a:solidFill>
                  <a:schemeClr val="tx1">
                    <a:lumMod val="50000"/>
                    <a:lumOff val="50000"/>
                  </a:schemeClr>
                </a:solidFill>
              </a:rPr>
              <a:t>Source: </a:t>
            </a:r>
            <a:r>
              <a:rPr lang="en-US" altLang="zh-CN" sz="1200" dirty="0" err="1">
                <a:solidFill>
                  <a:schemeClr val="tx1">
                    <a:lumMod val="50000"/>
                    <a:lumOff val="50000"/>
                  </a:schemeClr>
                </a:solidFill>
              </a:rPr>
              <a:t>DeepLearning.AI</a:t>
            </a:r>
            <a:r>
              <a:rPr lang="en-US" altLang="zh-CN" sz="1200" dirty="0">
                <a:solidFill>
                  <a:schemeClr val="tx1">
                    <a:lumMod val="50000"/>
                    <a:lumOff val="50000"/>
                  </a:schemeClr>
                </a:solidFill>
              </a:rPr>
              <a:t> / AWS</a:t>
            </a:r>
            <a:endParaRPr lang="en-US" altLang="zh-CN" sz="1200" dirty="0">
              <a:solidFill>
                <a:schemeClr val="tx1">
                  <a:lumMod val="50000"/>
                  <a:lumOff val="50000"/>
                </a:schemeClr>
              </a:solidFill>
            </a:endParaRP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p:spPr>
        <p:txBody>
          <a:bodyPr/>
          <a:lstStyle/>
          <a:p>
            <a:r>
              <a:rPr lang="en-US" dirty="0"/>
              <a:t>Advantages of </a:t>
            </a:r>
            <a:r>
              <a:rPr lang="en-US" dirty="0" err="1"/>
              <a:t>LoRA</a:t>
            </a:r>
            <a:endParaRPr lang="en-US" dirty="0"/>
          </a:p>
        </p:txBody>
      </p:sp>
      <p:graphicFrame>
        <p:nvGraphicFramePr>
          <p:cNvPr id="5" name="Content Placeholder 4"/>
          <p:cNvGraphicFramePr>
            <a:graphicFrameLocks noGrp="1"/>
          </p:cNvGraphicFramePr>
          <p:nvPr>
            <p:ph idx="1"/>
          </p:nvPr>
        </p:nvGraphicFramePr>
        <p:xfrm>
          <a:off x="838200" y="1825625"/>
          <a:ext cx="10515597" cy="2926080"/>
        </p:xfrm>
        <a:graphic>
          <a:graphicData uri="http://schemas.openxmlformats.org/drawingml/2006/table">
            <a:tbl>
              <a:tblPr firstRow="1" bandRow="1">
                <a:tableStyleId>{72833802-FEF1-4C79-8D5D-14CF1EAF98D9}</a:tableStyleId>
              </a:tblPr>
              <a:tblGrid>
                <a:gridCol w="2808642"/>
                <a:gridCol w="3851238"/>
                <a:gridCol w="3855717"/>
              </a:tblGrid>
              <a:tr h="370840">
                <a:tc>
                  <a:txBody>
                    <a:bodyPr/>
                    <a:lstStyle/>
                    <a:p>
                      <a:r>
                        <a:rPr lang="en-US" sz="2800" dirty="0"/>
                        <a:t>Aspect</a:t>
                      </a:r>
                      <a:endParaRPr lang="en-US" sz="2800" dirty="0"/>
                    </a:p>
                  </a:txBody>
                  <a:tcPr/>
                </a:tc>
                <a:tc>
                  <a:txBody>
                    <a:bodyPr/>
                    <a:lstStyle/>
                    <a:p>
                      <a:r>
                        <a:rPr lang="en-US" sz="2800" dirty="0"/>
                        <a:t>Full Fine-tuning</a:t>
                      </a:r>
                      <a:endParaRPr lang="en-US" sz="2800" dirty="0"/>
                    </a:p>
                  </a:txBody>
                  <a:tcPr/>
                </a:tc>
                <a:tc>
                  <a:txBody>
                    <a:bodyPr/>
                    <a:lstStyle/>
                    <a:p>
                      <a:r>
                        <a:rPr lang="en-US" sz="2800" dirty="0" err="1"/>
                        <a:t>LoRA</a:t>
                      </a:r>
                      <a:r>
                        <a:rPr lang="en-US" sz="2800" dirty="0"/>
                        <a:t> Fine-tuning</a:t>
                      </a:r>
                      <a:endParaRPr lang="en-US" sz="2800" dirty="0"/>
                    </a:p>
                  </a:txBody>
                  <a:tcPr/>
                </a:tc>
              </a:tr>
              <a:tr h="370840">
                <a:tc>
                  <a:txBody>
                    <a:bodyPr/>
                    <a:lstStyle/>
                    <a:p>
                      <a:r>
                        <a:rPr lang="en-US" sz="2800" dirty="0"/>
                        <a:t>Parameter Reduction</a:t>
                      </a:r>
                      <a:endParaRPr lang="en-US" sz="2800" dirty="0"/>
                    </a:p>
                  </a:txBody>
                  <a:tcPr/>
                </a:tc>
                <a:tc>
                  <a:txBody>
                    <a:bodyPr/>
                    <a:lstStyle/>
                    <a:p>
                      <a:r>
                        <a:rPr lang="en-US" sz="2800" dirty="0"/>
                        <a:t>175B parameters for GPT-3</a:t>
                      </a:r>
                      <a:endParaRPr lang="en-US" sz="2800" dirty="0"/>
                    </a:p>
                  </a:txBody>
                  <a:tcPr/>
                </a:tc>
                <a:tc>
                  <a:txBody>
                    <a:bodyPr/>
                    <a:lstStyle/>
                    <a:p>
                      <a:r>
                        <a:rPr lang="en-US" sz="2800" dirty="0"/>
                        <a:t>17.5M parameters (1/10,000)</a:t>
                      </a:r>
                      <a:endParaRPr lang="en-US" sz="2800" dirty="0"/>
                    </a:p>
                  </a:txBody>
                  <a:tcPr/>
                </a:tc>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sz="2800" b="0" kern="1200" dirty="0">
                          <a:solidFill>
                            <a:schemeClr val="dk1"/>
                          </a:solidFill>
                          <a:effectLst/>
                        </a:rPr>
                        <a:t>Storage Efficiency</a:t>
                      </a:r>
                      <a:endParaRPr lang="en-US" sz="2800" b="0" i="0" kern="1200" dirty="0">
                        <a:solidFill>
                          <a:schemeClr val="dk1"/>
                        </a:solidFill>
                        <a:effectLst/>
                        <a:latin typeface="+mn-lt"/>
                        <a:ea typeface="+mn-ea"/>
                        <a:cs typeface="+mn-cs"/>
                      </a:endParaRPr>
                    </a:p>
                  </a:txBody>
                  <a:tcPr/>
                </a:tc>
                <a:tc>
                  <a:txBody>
                    <a:bodyPr/>
                    <a:lstStyle/>
                    <a:p>
                      <a:r>
                        <a:rPr lang="en-US" sz="2800" dirty="0"/>
                        <a:t>Checkpoint size 1.2 TB for GPT-3</a:t>
                      </a:r>
                      <a:endParaRPr lang="en-US" sz="2800" dirty="0"/>
                    </a:p>
                  </a:txBody>
                  <a:tcPr/>
                </a:tc>
                <a:tc>
                  <a:txBody>
                    <a:bodyPr/>
                    <a:lstStyle/>
                    <a:p>
                      <a:r>
                        <a:rPr lang="en-US" sz="2800" dirty="0"/>
                        <a:t>35MB</a:t>
                      </a:r>
                      <a:endParaRPr lang="en-US" sz="2800" dirty="0"/>
                    </a:p>
                  </a:txBody>
                  <a:tcPr/>
                </a:tc>
              </a:tr>
              <a:tr h="370840">
                <a:tc>
                  <a:txBody>
                    <a:bodyPr/>
                    <a:lstStyle/>
                    <a:p>
                      <a:r>
                        <a:rPr lang="en-US" sz="2800" dirty="0"/>
                        <a:t>Training Time</a:t>
                      </a:r>
                      <a:endParaRPr lang="en-US" sz="2800" dirty="0"/>
                    </a:p>
                  </a:txBody>
                  <a:tcPr/>
                </a:tc>
                <a:tc>
                  <a:txBody>
                    <a:bodyPr/>
                    <a:lstStyle/>
                    <a:p>
                      <a:r>
                        <a:rPr lang="en-US" sz="2800" dirty="0"/>
                        <a:t>Days</a:t>
                      </a:r>
                      <a:endParaRPr lang="en-US" sz="2800" dirty="0"/>
                    </a:p>
                  </a:txBody>
                  <a:tcPr/>
                </a:tc>
                <a:tc>
                  <a:txBody>
                    <a:bodyPr/>
                    <a:lstStyle/>
                    <a:p>
                      <a:r>
                        <a:rPr lang="en-US" sz="2800" dirty="0"/>
                        <a:t>Hours</a:t>
                      </a:r>
                      <a:endParaRPr lang="en-US" sz="2800" dirty="0"/>
                    </a:p>
                  </a:txBody>
                  <a:tcPr/>
                </a:tc>
              </a:tr>
            </a:tbl>
          </a:graphicData>
        </a:graphic>
      </p:graphicFrame>
      <p:sp>
        <p:nvSpPr>
          <p:cNvPr id="4" name="Slide Number Placeholder 3"/>
          <p:cNvSpPr>
            <a:spLocks noGrp="1"/>
          </p:cNvSpPr>
          <p:nvPr>
            <p:ph type="sldNum" sz="quarter" idx="12"/>
          </p:nvPr>
        </p:nvSpPr>
        <p:spPr>
          <a:xfrm>
            <a:off x="8610600" y="6356350"/>
            <a:ext cx="2743200" cy="365125"/>
          </a:xfrm>
        </p:spPr>
        <p:txBody>
          <a:bodyPr/>
          <a:lstStyle/>
          <a:p>
            <a:fld id="{7F8CBF50-853B-304C-BCA2-DB5146F0D4EA}" type="slidenum">
              <a:rPr lang="en-US" smtClean="0"/>
            </a:fld>
            <a:endParaRPr lang="en-US"/>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p:spPr>
        <p:txBody>
          <a:bodyPr/>
          <a:lstStyle/>
          <a:p>
            <a:r>
              <a:rPr lang="en-US" dirty="0"/>
              <a:t>Quantized </a:t>
            </a:r>
            <a:r>
              <a:rPr lang="en-US" dirty="0" err="1"/>
              <a:t>LoRA</a:t>
            </a:r>
            <a:r>
              <a:rPr lang="en-US" dirty="0"/>
              <a:t> (</a:t>
            </a:r>
            <a:r>
              <a:rPr lang="en-US" dirty="0" err="1"/>
              <a:t>QLoRA</a:t>
            </a:r>
            <a:r>
              <a:rPr lang="en-US" dirty="0"/>
              <a:t>)</a:t>
            </a:r>
            <a:endParaRPr lang="en-US" dirty="0"/>
          </a:p>
        </p:txBody>
      </p:sp>
      <p:sp>
        <p:nvSpPr>
          <p:cNvPr id="3" name="Content Placeholder 2"/>
          <p:cNvSpPr>
            <a:spLocks noGrp="1"/>
          </p:cNvSpPr>
          <p:nvPr>
            <p:ph idx="1"/>
          </p:nvPr>
        </p:nvSpPr>
        <p:spPr>
          <a:xfrm>
            <a:off x="838200" y="1825625"/>
            <a:ext cx="10515600" cy="4351338"/>
          </a:xfrm>
        </p:spPr>
        <p:txBody>
          <a:bodyPr/>
          <a:lstStyle/>
          <a:p>
            <a:r>
              <a:rPr lang="en-US" dirty="0"/>
              <a:t>Combines low-rank adaptation with quantization to reduce model size and computational requirements</a:t>
            </a:r>
            <a:endParaRPr lang="en-US" dirty="0"/>
          </a:p>
          <a:p>
            <a:r>
              <a:rPr lang="en-US" dirty="0"/>
              <a:t>Quantization: Reduces the precision of model weights, leading to smaller model size and faster computations.</a:t>
            </a:r>
            <a:endParaRPr lang="en-US" dirty="0"/>
          </a:p>
          <a:p>
            <a:r>
              <a:rPr lang="en-US" dirty="0"/>
              <a:t>Effective for deploying LLMs on resource-constrained devices.</a:t>
            </a:r>
            <a:endParaRPr lang="en-US" dirty="0"/>
          </a:p>
          <a:p>
            <a:endParaRPr lang="en-US" dirty="0"/>
          </a:p>
        </p:txBody>
      </p:sp>
      <p:sp>
        <p:nvSpPr>
          <p:cNvPr id="4" name="Slide Number Placeholder 3"/>
          <p:cNvSpPr>
            <a:spLocks noGrp="1"/>
          </p:cNvSpPr>
          <p:nvPr>
            <p:ph type="sldNum" sz="quarter" idx="12"/>
          </p:nvPr>
        </p:nvSpPr>
        <p:spPr>
          <a:xfrm>
            <a:off x="8610600" y="6356350"/>
            <a:ext cx="2743200" cy="365125"/>
          </a:xfrm>
        </p:spPr>
        <p:txBody>
          <a:bodyPr/>
          <a:lstStyle/>
          <a:p>
            <a:fld id="{7F8CBF50-853B-304C-BCA2-DB5146F0D4EA}" type="slidenum">
              <a:rPr lang="en-US" smtClean="0"/>
            </a:fld>
            <a:endParaRPr lang="en-US"/>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Quantized </a:t>
            </a:r>
            <a:r>
              <a:rPr lang="en-US" dirty="0" err="1"/>
              <a:t>LoRA</a:t>
            </a:r>
            <a:r>
              <a:rPr lang="en-US" dirty="0"/>
              <a:t> (</a:t>
            </a:r>
            <a:r>
              <a:rPr lang="en-US" dirty="0" err="1"/>
              <a:t>QLoRA</a:t>
            </a:r>
            <a:r>
              <a:rPr lang="en-US" dirty="0"/>
              <a:t>)</a:t>
            </a:r>
            <a:endParaRPr lang="en-US" dirty="0"/>
          </a:p>
        </p:txBody>
      </p:sp>
      <p:pic>
        <p:nvPicPr>
          <p:cNvPr id="5" name="Content Placeholder 4"/>
          <p:cNvPicPr>
            <a:picLocks noGrp="1" noChangeAspect="1"/>
          </p:cNvPicPr>
          <p:nvPr>
            <p:ph idx="1"/>
          </p:nvPr>
        </p:nvPicPr>
        <p:blipFill>
          <a:blip r:embed="rId1"/>
          <a:stretch>
            <a:fillRect/>
          </a:stretch>
        </p:blipFill>
        <p:spPr>
          <a:xfrm>
            <a:off x="1113598" y="1825625"/>
            <a:ext cx="9964804" cy="4351338"/>
          </a:xfrm>
          <a:prstGeom prst="rect">
            <a:avLst/>
          </a:prstGeom>
        </p:spPr>
      </p:pic>
      <p:sp>
        <p:nvSpPr>
          <p:cNvPr id="4" name="Slide Number Placeholder 3"/>
          <p:cNvSpPr>
            <a:spLocks noGrp="1"/>
          </p:cNvSpPr>
          <p:nvPr>
            <p:ph type="sldNum" sz="quarter" idx="12"/>
          </p:nvPr>
        </p:nvSpPr>
        <p:spPr/>
        <p:txBody>
          <a:bodyPr/>
          <a:lstStyle/>
          <a:p>
            <a:fld id="{7F8CBF50-853B-304C-BCA2-DB5146F0D4EA}" type="slidenum">
              <a:rPr lang="en-US" smtClean="0"/>
            </a:fld>
            <a:endParaRPr lang="en-US"/>
          </a:p>
        </p:txBody>
      </p:sp>
      <p:sp>
        <p:nvSpPr>
          <p:cNvPr id="6" name="TextBox 5"/>
          <p:cNvSpPr txBox="1"/>
          <p:nvPr/>
        </p:nvSpPr>
        <p:spPr>
          <a:xfrm>
            <a:off x="4439982" y="6400412"/>
            <a:ext cx="4488866" cy="276999"/>
          </a:xfrm>
          <a:prstGeom prst="rect">
            <a:avLst/>
          </a:prstGeom>
          <a:noFill/>
        </p:spPr>
        <p:txBody>
          <a:bodyPr wrap="square" rtlCol="0">
            <a:spAutoFit/>
          </a:bodyPr>
          <a:lstStyle/>
          <a:p>
            <a:pPr algn="ctr"/>
            <a:r>
              <a:rPr lang="en-US" altLang="zh-CN" sz="1200" dirty="0">
                <a:solidFill>
                  <a:schemeClr val="tx1">
                    <a:lumMod val="50000"/>
                    <a:lumOff val="50000"/>
                  </a:schemeClr>
                </a:solidFill>
              </a:rPr>
              <a:t>Source: QLORA: Efficient Finetuning of Quantized LLMs</a:t>
            </a:r>
            <a:endParaRPr lang="en-US" altLang="zh-CN" sz="1200" dirty="0">
              <a:solidFill>
                <a:schemeClr val="tx1">
                  <a:lumMod val="50000"/>
                  <a:lumOff val="50000"/>
                </a:schemeClr>
              </a:solidFill>
            </a:endParaRP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p:spPr>
        <p:txBody>
          <a:bodyPr/>
          <a:lstStyle/>
          <a:p>
            <a:r>
              <a:rPr lang="en-US" dirty="0"/>
              <a:t>Prompt Tuning</a:t>
            </a:r>
            <a:endParaRPr lang="en-US" dirty="0"/>
          </a:p>
        </p:txBody>
      </p:sp>
      <p:sp>
        <p:nvSpPr>
          <p:cNvPr id="3" name="Content Placeholder 2"/>
          <p:cNvSpPr>
            <a:spLocks noGrp="1"/>
          </p:cNvSpPr>
          <p:nvPr>
            <p:ph idx="1"/>
          </p:nvPr>
        </p:nvSpPr>
        <p:spPr>
          <a:xfrm>
            <a:off x="838200" y="1825625"/>
            <a:ext cx="10515600" cy="4351338"/>
          </a:xfrm>
        </p:spPr>
        <p:txBody>
          <a:bodyPr>
            <a:normAutofit/>
          </a:bodyPr>
          <a:lstStyle/>
          <a:p>
            <a:r>
              <a:rPr lang="en-US" dirty="0"/>
              <a:t>Prompt Tuning </a:t>
            </a:r>
            <a:r>
              <a:rPr lang="en-US" dirty="0">
                <a:solidFill>
                  <a:schemeClr val="accent2"/>
                </a:solidFill>
              </a:rPr>
              <a:t>≠</a:t>
            </a:r>
            <a:r>
              <a:rPr lang="en-US" dirty="0"/>
              <a:t> Prompt Engineering</a:t>
            </a:r>
            <a:endParaRPr lang="en-US" dirty="0"/>
          </a:p>
          <a:p>
            <a:endParaRPr lang="en-US" dirty="0"/>
          </a:p>
          <a:p>
            <a:r>
              <a:rPr lang="en-US" dirty="0"/>
              <a:t>Prompt tuning focuses on optimizing a small set of prompt tokens instead of updating all model parameters.</a:t>
            </a:r>
            <a:endParaRPr lang="en-US" dirty="0"/>
          </a:p>
          <a:p>
            <a:r>
              <a:rPr lang="en-US" dirty="0"/>
              <a:t>Intuition</a:t>
            </a:r>
            <a:endParaRPr lang="en-US" dirty="0"/>
          </a:p>
          <a:p>
            <a:pPr lvl="1"/>
            <a:r>
              <a:rPr lang="en-US" dirty="0"/>
              <a:t>Prompts guide the model to generate desired outputs.</a:t>
            </a:r>
            <a:endParaRPr lang="en-US" dirty="0"/>
          </a:p>
          <a:p>
            <a:pPr lvl="1"/>
            <a:r>
              <a:rPr lang="en-US" dirty="0"/>
              <a:t>Efficient and effective for adapting LLMs to new tasks with minimal changes.</a:t>
            </a:r>
            <a:endParaRPr lang="en-US" dirty="0"/>
          </a:p>
          <a:p>
            <a:pPr lvl="1"/>
            <a:r>
              <a:rPr lang="en-US" dirty="0"/>
              <a:t>Reduces computational cost and preserves the model's general knowledge.</a:t>
            </a:r>
            <a:endParaRPr lang="en-US" dirty="0"/>
          </a:p>
          <a:p>
            <a:endParaRPr lang="en-US" dirty="0"/>
          </a:p>
        </p:txBody>
      </p:sp>
      <p:sp>
        <p:nvSpPr>
          <p:cNvPr id="4" name="Slide Number Placeholder 3"/>
          <p:cNvSpPr>
            <a:spLocks noGrp="1"/>
          </p:cNvSpPr>
          <p:nvPr>
            <p:ph type="sldNum" sz="quarter" idx="12"/>
          </p:nvPr>
        </p:nvSpPr>
        <p:spPr>
          <a:xfrm>
            <a:off x="8610600" y="6356350"/>
            <a:ext cx="2743200" cy="365125"/>
          </a:xfrm>
        </p:spPr>
        <p:txBody>
          <a:bodyPr/>
          <a:lstStyle/>
          <a:p>
            <a:fld id="{7F8CBF50-853B-304C-BCA2-DB5146F0D4EA}" type="slidenum">
              <a:rPr lang="en-US" smtClean="0"/>
            </a:fld>
            <a:endParaRPr lang="en-US"/>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descr="A diagram of a task tuning&#10;&#10;Description automatically generated"/>
          <p:cNvPicPr>
            <a:picLocks noGrp="1" noChangeAspect="1"/>
          </p:cNvPicPr>
          <p:nvPr>
            <p:ph idx="1"/>
          </p:nvPr>
        </p:nvPicPr>
        <p:blipFill>
          <a:blip r:embed="rId1"/>
          <a:stretch>
            <a:fillRect/>
          </a:stretch>
        </p:blipFill>
        <p:spPr>
          <a:xfrm>
            <a:off x="161192" y="68263"/>
            <a:ext cx="11869616" cy="6172200"/>
          </a:xfrm>
          <a:prstGeom prst="rect">
            <a:avLst/>
          </a:prstGeom>
          <a:noFill/>
        </p:spPr>
      </p:pic>
      <p:sp>
        <p:nvSpPr>
          <p:cNvPr id="4" name="Slide Number Placeholder 3" hidden="1"/>
          <p:cNvSpPr>
            <a:spLocks noGrp="1"/>
          </p:cNvSpPr>
          <p:nvPr>
            <p:ph type="sldNum" sz="quarter" idx="12"/>
          </p:nvPr>
        </p:nvSpPr>
        <p:spPr/>
        <p:txBody>
          <a:bodyPr/>
          <a:lstStyle/>
          <a:p>
            <a:pPr>
              <a:spcAft>
                <a:spcPts val="600"/>
              </a:spcAft>
            </a:pPr>
            <a:fld id="{7F8CBF50-853B-304C-BCA2-DB5146F0D4EA}" type="slidenum">
              <a:rPr lang="en-US" smtClean="0"/>
            </a:fld>
            <a:endParaRPr lang="en-US"/>
          </a:p>
        </p:txBody>
      </p:sp>
      <p:sp>
        <p:nvSpPr>
          <p:cNvPr id="6" name="TextBox 5"/>
          <p:cNvSpPr txBox="1"/>
          <p:nvPr/>
        </p:nvSpPr>
        <p:spPr>
          <a:xfrm>
            <a:off x="4300132" y="6400412"/>
            <a:ext cx="5317204" cy="276999"/>
          </a:xfrm>
          <a:prstGeom prst="rect">
            <a:avLst/>
          </a:prstGeom>
          <a:noFill/>
        </p:spPr>
        <p:txBody>
          <a:bodyPr wrap="square" rtlCol="0">
            <a:spAutoFit/>
          </a:bodyPr>
          <a:lstStyle/>
          <a:p>
            <a:pPr algn="ctr"/>
            <a:r>
              <a:rPr lang="en-US" altLang="zh-CN" sz="1200" dirty="0">
                <a:solidFill>
                  <a:schemeClr val="tx1">
                    <a:lumMod val="50000"/>
                    <a:lumOff val="50000"/>
                  </a:schemeClr>
                </a:solidFill>
              </a:rPr>
              <a:t>Source: </a:t>
            </a:r>
            <a:r>
              <a:rPr lang="en-US" sz="1200" dirty="0">
                <a:solidFill>
                  <a:schemeClr val="tx1">
                    <a:lumMod val="50000"/>
                    <a:lumOff val="50000"/>
                  </a:schemeClr>
                </a:solidFill>
              </a:rPr>
              <a:t>The Power of Scale for Parameter-Efficient Prompt Tuning</a:t>
            </a:r>
            <a:endParaRPr lang="en-US" altLang="zh-CN" sz="1200" dirty="0">
              <a:solidFill>
                <a:schemeClr val="tx1">
                  <a:lumMod val="50000"/>
                  <a:lumOff val="50000"/>
                </a:schemeClr>
              </a:solidFill>
            </a:endParaRP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p:spPr>
        <p:txBody>
          <a:bodyPr/>
          <a:lstStyle/>
          <a:p>
            <a:r>
              <a:rPr lang="en-US" dirty="0"/>
              <a:t>Fine-tuning with human feedback </a:t>
            </a:r>
            <a:endParaRPr lang="en-US" dirty="0"/>
          </a:p>
        </p:txBody>
      </p:sp>
      <p:pic>
        <p:nvPicPr>
          <p:cNvPr id="5" name="Content Placeholder 4"/>
          <p:cNvPicPr>
            <a:picLocks noGrp="1" noChangeAspect="1"/>
          </p:cNvPicPr>
          <p:nvPr>
            <p:ph idx="1"/>
          </p:nvPr>
        </p:nvPicPr>
        <p:blipFill>
          <a:blip r:embed="rId1"/>
          <a:stretch>
            <a:fillRect/>
          </a:stretch>
        </p:blipFill>
        <p:spPr>
          <a:xfrm>
            <a:off x="3027449" y="1825625"/>
            <a:ext cx="6137102" cy="4351338"/>
          </a:xfrm>
        </p:spPr>
      </p:pic>
      <p:sp>
        <p:nvSpPr>
          <p:cNvPr id="4" name="Slide Number Placeholder 3"/>
          <p:cNvSpPr>
            <a:spLocks noGrp="1"/>
          </p:cNvSpPr>
          <p:nvPr>
            <p:ph type="sldNum" sz="quarter" idx="12"/>
          </p:nvPr>
        </p:nvSpPr>
        <p:spPr>
          <a:xfrm>
            <a:off x="8610600" y="6356350"/>
            <a:ext cx="2743200" cy="365125"/>
          </a:xfrm>
        </p:spPr>
        <p:txBody>
          <a:bodyPr/>
          <a:lstStyle/>
          <a:p>
            <a:fld id="{7F8CBF50-853B-304C-BCA2-DB5146F0D4EA}" type="slidenum">
              <a:rPr lang="en-US" smtClean="0"/>
            </a:fld>
            <a:endParaRPr lang="en-US"/>
          </a:p>
        </p:txBody>
      </p:sp>
      <p:sp>
        <p:nvSpPr>
          <p:cNvPr id="9" name="TextBox 8"/>
          <p:cNvSpPr txBox="1"/>
          <p:nvPr/>
        </p:nvSpPr>
        <p:spPr>
          <a:xfrm>
            <a:off x="4300132" y="6400412"/>
            <a:ext cx="5317204" cy="276999"/>
          </a:xfrm>
          <a:prstGeom prst="rect">
            <a:avLst/>
          </a:prstGeom>
          <a:noFill/>
        </p:spPr>
        <p:txBody>
          <a:bodyPr wrap="square" rtlCol="0">
            <a:spAutoFit/>
          </a:bodyPr>
          <a:lstStyle/>
          <a:p>
            <a:pPr algn="ctr"/>
            <a:r>
              <a:rPr lang="en-US" altLang="zh-CN" sz="1200" dirty="0">
                <a:solidFill>
                  <a:schemeClr val="tx1">
                    <a:lumMod val="50000"/>
                    <a:lumOff val="50000"/>
                  </a:schemeClr>
                </a:solidFill>
              </a:rPr>
              <a:t>Source: </a:t>
            </a:r>
            <a:r>
              <a:rPr lang="en-US" sz="1200" dirty="0">
                <a:solidFill>
                  <a:schemeClr val="tx1">
                    <a:lumMod val="50000"/>
                    <a:lumOff val="50000"/>
                  </a:schemeClr>
                </a:solidFill>
              </a:rPr>
              <a:t>Learning to summarize from human feedback (2020)</a:t>
            </a:r>
            <a:endParaRPr lang="en-US" altLang="zh-CN" sz="1200" dirty="0">
              <a:solidFill>
                <a:schemeClr val="tx1">
                  <a:lumMod val="50000"/>
                  <a:lumOff val="50000"/>
                </a:schemeClr>
              </a:solidFill>
            </a:endParaRPr>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p:spPr>
        <p:txBody>
          <a:bodyPr/>
          <a:lstStyle/>
          <a:p>
            <a:r>
              <a:rPr lang="en-US" dirty="0"/>
              <a:t>Reinforcement Learning from Human Feedback (RLHF) </a:t>
            </a:r>
            <a:endParaRPr lang="en-US" dirty="0"/>
          </a:p>
        </p:txBody>
      </p:sp>
      <p:sp>
        <p:nvSpPr>
          <p:cNvPr id="7" name="Content Placeholder 6"/>
          <p:cNvSpPr>
            <a:spLocks noGrp="1"/>
          </p:cNvSpPr>
          <p:nvPr>
            <p:ph idx="1"/>
          </p:nvPr>
        </p:nvSpPr>
        <p:spPr>
          <a:xfrm>
            <a:off x="838200" y="1825625"/>
            <a:ext cx="10515600" cy="4351338"/>
          </a:xfrm>
        </p:spPr>
        <p:txBody>
          <a:bodyPr/>
          <a:lstStyle/>
          <a:p>
            <a:r>
              <a:rPr lang="en-US" dirty="0"/>
              <a:t>A method to align AI models with human preferences and values.</a:t>
            </a:r>
            <a:endParaRPr lang="en-US" dirty="0"/>
          </a:p>
          <a:p>
            <a:pPr lvl="1"/>
            <a:r>
              <a:rPr lang="en-US" dirty="0"/>
              <a:t>Avoid harmful content</a:t>
            </a:r>
            <a:endParaRPr lang="en-US" dirty="0"/>
          </a:p>
          <a:p>
            <a:pPr lvl="1"/>
            <a:r>
              <a:rPr lang="en-US" dirty="0"/>
              <a:t>Adapt to diverse cultural norms and values</a:t>
            </a:r>
            <a:endParaRPr lang="en-US" dirty="0"/>
          </a:p>
          <a:p>
            <a:pPr lvl="1"/>
            <a:r>
              <a:rPr lang="en-US" dirty="0"/>
              <a:t>Provide accurate and useful information</a:t>
            </a:r>
            <a:endParaRPr lang="en-US" dirty="0"/>
          </a:p>
          <a:p>
            <a:pPr lvl="1"/>
            <a:r>
              <a:rPr lang="en-US" dirty="0"/>
              <a:t>...</a:t>
            </a:r>
            <a:endParaRPr lang="en-US" dirty="0"/>
          </a:p>
          <a:p>
            <a:r>
              <a:rPr lang="en-US" dirty="0"/>
              <a:t>Integrates human feedback into the training process.</a:t>
            </a:r>
            <a:endParaRPr lang="en-US" dirty="0"/>
          </a:p>
          <a:p>
            <a:r>
              <a:rPr lang="en-US" dirty="0"/>
              <a:t>Enhances model performance and adaptability.</a:t>
            </a:r>
            <a:endParaRPr lang="en-US" dirty="0"/>
          </a:p>
          <a:p>
            <a:endParaRPr lang="en-US" dirty="0"/>
          </a:p>
        </p:txBody>
      </p:sp>
      <p:sp>
        <p:nvSpPr>
          <p:cNvPr id="4" name="Slide Number Placeholder 3"/>
          <p:cNvSpPr>
            <a:spLocks noGrp="1"/>
          </p:cNvSpPr>
          <p:nvPr>
            <p:ph type="sldNum" sz="quarter" idx="12"/>
          </p:nvPr>
        </p:nvSpPr>
        <p:spPr>
          <a:xfrm>
            <a:off x="8610600" y="6356350"/>
            <a:ext cx="2743200" cy="365125"/>
          </a:xfrm>
        </p:spPr>
        <p:txBody>
          <a:bodyPr/>
          <a:lstStyle/>
          <a:p>
            <a:fld id="{7F8CBF50-853B-304C-BCA2-DB5146F0D4EA}" type="slidenum">
              <a:rPr lang="en-US" smtClean="0"/>
            </a:fld>
            <a:endParaRPr lang="en-US"/>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0" name="Group 9"/>
          <p:cNvGrpSpPr/>
          <p:nvPr/>
        </p:nvGrpSpPr>
        <p:grpSpPr>
          <a:xfrm>
            <a:off x="3078296" y="2379156"/>
            <a:ext cx="5457581" cy="3042552"/>
            <a:chOff x="1415875" y="1962478"/>
            <a:chExt cx="5457581" cy="3042552"/>
          </a:xfrm>
        </p:grpSpPr>
        <p:sp>
          <p:nvSpPr>
            <p:cNvPr id="11" name="TextBox 10"/>
            <p:cNvSpPr txBox="1"/>
            <p:nvPr/>
          </p:nvSpPr>
          <p:spPr>
            <a:xfrm>
              <a:off x="3600449" y="1962478"/>
              <a:ext cx="1585913" cy="523220"/>
            </a:xfrm>
            <a:prstGeom prst="rect">
              <a:avLst/>
            </a:prstGeom>
            <a:noFill/>
            <a:ln w="28575">
              <a:solidFill>
                <a:schemeClr val="tx1"/>
              </a:solidFill>
            </a:ln>
          </p:spPr>
          <p:txBody>
            <a:bodyPr wrap="square" rtlCol="0">
              <a:spAutoFit/>
            </a:bodyPr>
            <a:lstStyle/>
            <a:p>
              <a:pPr algn="ctr"/>
              <a:r>
                <a:rPr lang="en-US" altLang="zh-CN" sz="2800" dirty="0"/>
                <a:t>Agent</a:t>
              </a:r>
              <a:endParaRPr lang="en-US" sz="2800" dirty="0"/>
            </a:p>
          </p:txBody>
        </p:sp>
        <p:sp>
          <p:nvSpPr>
            <p:cNvPr id="12" name="TextBox 11"/>
            <p:cNvSpPr txBox="1"/>
            <p:nvPr/>
          </p:nvSpPr>
          <p:spPr>
            <a:xfrm>
              <a:off x="2859248" y="4297144"/>
              <a:ext cx="3068316" cy="707886"/>
            </a:xfrm>
            <a:prstGeom prst="rect">
              <a:avLst/>
            </a:prstGeom>
            <a:noFill/>
            <a:ln w="28575">
              <a:solidFill>
                <a:schemeClr val="tx1"/>
              </a:solidFill>
            </a:ln>
          </p:spPr>
          <p:txBody>
            <a:bodyPr wrap="square" rtlCol="0">
              <a:spAutoFit/>
            </a:bodyPr>
            <a:lstStyle/>
            <a:p>
              <a:pPr algn="ctr"/>
              <a:r>
                <a:rPr lang="en-US" altLang="zh-CN" sz="4000" dirty="0"/>
                <a:t>Environment</a:t>
              </a:r>
              <a:endParaRPr lang="en-US" sz="4000" dirty="0"/>
            </a:p>
          </p:txBody>
        </p:sp>
        <p:sp>
          <p:nvSpPr>
            <p:cNvPr id="13" name="Freeform 16"/>
            <p:cNvSpPr/>
            <p:nvPr/>
          </p:nvSpPr>
          <p:spPr>
            <a:xfrm>
              <a:off x="5599973" y="2343776"/>
              <a:ext cx="1169530" cy="2054006"/>
            </a:xfrm>
            <a:custGeom>
              <a:avLst/>
              <a:gdLst>
                <a:gd name="connsiteX0" fmla="*/ 0 w 1738983"/>
                <a:gd name="connsiteY0" fmla="*/ 0 h 1885950"/>
                <a:gd name="connsiteX1" fmla="*/ 1728788 w 1738983"/>
                <a:gd name="connsiteY1" fmla="*/ 828675 h 1885950"/>
                <a:gd name="connsiteX2" fmla="*/ 585788 w 1738983"/>
                <a:gd name="connsiteY2" fmla="*/ 1885950 h 1885950"/>
              </a:gdLst>
              <a:ahLst/>
              <a:cxnLst>
                <a:cxn ang="0">
                  <a:pos x="connsiteX0" y="connsiteY0"/>
                </a:cxn>
                <a:cxn ang="0">
                  <a:pos x="connsiteX1" y="connsiteY1"/>
                </a:cxn>
                <a:cxn ang="0">
                  <a:pos x="connsiteX2" y="connsiteY2"/>
                </a:cxn>
              </a:cxnLst>
              <a:rect l="l" t="t" r="r" b="b"/>
              <a:pathLst>
                <a:path w="1738983" h="1885950">
                  <a:moveTo>
                    <a:pt x="0" y="0"/>
                  </a:moveTo>
                  <a:cubicBezTo>
                    <a:pt x="815578" y="257175"/>
                    <a:pt x="1631157" y="514350"/>
                    <a:pt x="1728788" y="828675"/>
                  </a:cubicBezTo>
                  <a:cubicBezTo>
                    <a:pt x="1826419" y="1143000"/>
                    <a:pt x="1206103" y="1514475"/>
                    <a:pt x="585788" y="1885950"/>
                  </a:cubicBezTo>
                </a:path>
              </a:pathLst>
            </a:custGeom>
            <a:ln w="28575" cap="flat" cmpd="sng" algn="ctr">
              <a:solidFill>
                <a:schemeClr val="accent4"/>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txBody>
            <a:bodyPr rtlCol="0" anchor="ctr"/>
            <a:lstStyle/>
            <a:p>
              <a:pPr algn="ctr"/>
              <a:endParaRPr lang="en-US"/>
            </a:p>
          </p:txBody>
        </p:sp>
        <p:sp>
          <p:nvSpPr>
            <p:cNvPr id="14" name="Freeform 18"/>
            <p:cNvSpPr/>
            <p:nvPr/>
          </p:nvSpPr>
          <p:spPr>
            <a:xfrm>
              <a:off x="1415875" y="2159110"/>
              <a:ext cx="1926149" cy="2686050"/>
            </a:xfrm>
            <a:custGeom>
              <a:avLst/>
              <a:gdLst>
                <a:gd name="connsiteX0" fmla="*/ 1268924 w 1926149"/>
                <a:gd name="connsiteY0" fmla="*/ 2686050 h 2686050"/>
                <a:gd name="connsiteX1" fmla="*/ 11624 w 1926149"/>
                <a:gd name="connsiteY1" fmla="*/ 1057275 h 2686050"/>
                <a:gd name="connsiteX2" fmla="*/ 1926149 w 1926149"/>
                <a:gd name="connsiteY2" fmla="*/ 0 h 2686050"/>
                <a:gd name="connsiteX3" fmla="*/ 1926149 w 1926149"/>
                <a:gd name="connsiteY3" fmla="*/ 0 h 2686050"/>
              </a:gdLst>
              <a:ahLst/>
              <a:cxnLst>
                <a:cxn ang="0">
                  <a:pos x="connsiteX0" y="connsiteY0"/>
                </a:cxn>
                <a:cxn ang="0">
                  <a:pos x="connsiteX1" y="connsiteY1"/>
                </a:cxn>
                <a:cxn ang="0">
                  <a:pos x="connsiteX2" y="connsiteY2"/>
                </a:cxn>
                <a:cxn ang="0">
                  <a:pos x="connsiteX3" y="connsiteY3"/>
                </a:cxn>
              </a:cxnLst>
              <a:rect l="l" t="t" r="r" b="b"/>
              <a:pathLst>
                <a:path w="1926149" h="2686050">
                  <a:moveTo>
                    <a:pt x="1268924" y="2686050"/>
                  </a:moveTo>
                  <a:cubicBezTo>
                    <a:pt x="585505" y="2095500"/>
                    <a:pt x="-97913" y="1504950"/>
                    <a:pt x="11624" y="1057275"/>
                  </a:cubicBezTo>
                  <a:cubicBezTo>
                    <a:pt x="121161" y="609600"/>
                    <a:pt x="1926149" y="0"/>
                    <a:pt x="1926149" y="0"/>
                  </a:cubicBezTo>
                  <a:lnTo>
                    <a:pt x="1926149" y="0"/>
                  </a:lnTo>
                </a:path>
              </a:pathLst>
            </a:custGeom>
            <a:ln w="28575" cap="flat" cmpd="sng" algn="ctr">
              <a:solidFill>
                <a:schemeClr val="accent5"/>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txBody>
            <a:bodyPr rtlCol="0" anchor="ctr"/>
            <a:lstStyle/>
            <a:p>
              <a:pPr algn="ctr"/>
              <a:endParaRPr lang="en-US"/>
            </a:p>
          </p:txBody>
        </p:sp>
        <p:sp>
          <p:nvSpPr>
            <p:cNvPr id="15" name="Freeform 19"/>
            <p:cNvSpPr/>
            <p:nvPr/>
          </p:nvSpPr>
          <p:spPr>
            <a:xfrm>
              <a:off x="2122644" y="2428875"/>
              <a:ext cx="1220631" cy="2114550"/>
            </a:xfrm>
            <a:custGeom>
              <a:avLst/>
              <a:gdLst>
                <a:gd name="connsiteX0" fmla="*/ 577694 w 1220631"/>
                <a:gd name="connsiteY0" fmla="*/ 2114550 h 2114550"/>
                <a:gd name="connsiteX1" fmla="*/ 20481 w 1220631"/>
                <a:gd name="connsiteY1" fmla="*/ 1057275 h 2114550"/>
                <a:gd name="connsiteX2" fmla="*/ 1220631 w 1220631"/>
                <a:gd name="connsiteY2" fmla="*/ 0 h 2114550"/>
              </a:gdLst>
              <a:ahLst/>
              <a:cxnLst>
                <a:cxn ang="0">
                  <a:pos x="connsiteX0" y="connsiteY0"/>
                </a:cxn>
                <a:cxn ang="0">
                  <a:pos x="connsiteX1" y="connsiteY1"/>
                </a:cxn>
                <a:cxn ang="0">
                  <a:pos x="connsiteX2" y="connsiteY2"/>
                </a:cxn>
              </a:cxnLst>
              <a:rect l="l" t="t" r="r" b="b"/>
              <a:pathLst>
                <a:path w="1220631" h="2114550">
                  <a:moveTo>
                    <a:pt x="577694" y="2114550"/>
                  </a:moveTo>
                  <a:cubicBezTo>
                    <a:pt x="245509" y="1762125"/>
                    <a:pt x="-86675" y="1409700"/>
                    <a:pt x="20481" y="1057275"/>
                  </a:cubicBezTo>
                  <a:cubicBezTo>
                    <a:pt x="127637" y="704850"/>
                    <a:pt x="674134" y="352425"/>
                    <a:pt x="1220631" y="0"/>
                  </a:cubicBezTo>
                </a:path>
              </a:pathLst>
            </a:custGeom>
            <a:ln w="28575" cap="flat" cmpd="sng" algn="ctr">
              <a:solidFill>
                <a:schemeClr val="accent6"/>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txBody>
            <a:bodyPr rtlCol="0" anchor="ctr"/>
            <a:lstStyle/>
            <a:p>
              <a:pPr algn="ctr"/>
              <a:endParaRPr lang="en-US"/>
            </a:p>
          </p:txBody>
        </p:sp>
        <p:sp>
          <p:nvSpPr>
            <p:cNvPr id="16" name="TextBox 15"/>
            <p:cNvSpPr txBox="1"/>
            <p:nvPr/>
          </p:nvSpPr>
          <p:spPr>
            <a:xfrm rot="1839152">
              <a:off x="5838993" y="2211446"/>
              <a:ext cx="1034463" cy="461665"/>
            </a:xfrm>
            <a:prstGeom prst="rect">
              <a:avLst/>
            </a:prstGeom>
            <a:noFill/>
          </p:spPr>
          <p:txBody>
            <a:bodyPr wrap="square" rtlCol="0">
              <a:spAutoFit/>
            </a:bodyPr>
            <a:lstStyle/>
            <a:p>
              <a:pPr algn="ctr"/>
              <a:r>
                <a:rPr lang="en-US" altLang="zh-CN" sz="2400" dirty="0">
                  <a:solidFill>
                    <a:schemeClr val="accent4"/>
                  </a:solidFill>
                </a:rPr>
                <a:t>action</a:t>
              </a:r>
              <a:endParaRPr lang="en-US" sz="2400" dirty="0">
                <a:solidFill>
                  <a:schemeClr val="accent4"/>
                </a:solidFill>
              </a:endParaRPr>
            </a:p>
          </p:txBody>
        </p:sp>
        <p:sp>
          <p:nvSpPr>
            <p:cNvPr id="17" name="TextBox 16"/>
            <p:cNvSpPr txBox="1"/>
            <p:nvPr/>
          </p:nvSpPr>
          <p:spPr>
            <a:xfrm rot="20159723">
              <a:off x="1757363" y="2112944"/>
              <a:ext cx="975596" cy="461665"/>
            </a:xfrm>
            <a:prstGeom prst="rect">
              <a:avLst/>
            </a:prstGeom>
            <a:noFill/>
          </p:spPr>
          <p:txBody>
            <a:bodyPr wrap="square" rtlCol="0">
              <a:spAutoFit/>
            </a:bodyPr>
            <a:lstStyle/>
            <a:p>
              <a:pPr algn="ctr"/>
              <a:r>
                <a:rPr lang="en-US" altLang="zh-CN" sz="2400" dirty="0">
                  <a:solidFill>
                    <a:schemeClr val="accent5"/>
                  </a:solidFill>
                </a:rPr>
                <a:t>state</a:t>
              </a:r>
              <a:endParaRPr lang="en-US" sz="2400" dirty="0">
                <a:solidFill>
                  <a:schemeClr val="accent5"/>
                </a:solidFill>
              </a:endParaRPr>
            </a:p>
          </p:txBody>
        </p:sp>
        <p:sp>
          <p:nvSpPr>
            <p:cNvPr id="18" name="TextBox 17"/>
            <p:cNvSpPr txBox="1"/>
            <p:nvPr/>
          </p:nvSpPr>
          <p:spPr>
            <a:xfrm rot="19242806">
              <a:off x="2206793" y="2816609"/>
              <a:ext cx="1258709" cy="400110"/>
            </a:xfrm>
            <a:prstGeom prst="rect">
              <a:avLst/>
            </a:prstGeom>
            <a:noFill/>
          </p:spPr>
          <p:txBody>
            <a:bodyPr wrap="square" rtlCol="0">
              <a:spAutoFit/>
            </a:bodyPr>
            <a:lstStyle/>
            <a:p>
              <a:pPr algn="ctr"/>
              <a:r>
                <a:rPr lang="en-US" altLang="zh-CN" sz="2000" dirty="0">
                  <a:solidFill>
                    <a:schemeClr val="accent6"/>
                  </a:solidFill>
                </a:rPr>
                <a:t>reward</a:t>
              </a:r>
              <a:endParaRPr lang="en-US" sz="2000" dirty="0">
                <a:solidFill>
                  <a:schemeClr val="accent6"/>
                </a:solidFill>
              </a:endParaRPr>
            </a:p>
          </p:txBody>
        </p:sp>
      </p:grpSp>
      <p:sp>
        <p:nvSpPr>
          <p:cNvPr id="19" name="Rectangle 18"/>
          <p:cNvSpPr/>
          <p:nvPr/>
        </p:nvSpPr>
        <p:spPr>
          <a:xfrm>
            <a:off x="3235761" y="5719723"/>
            <a:ext cx="5720477" cy="369332"/>
          </a:xfrm>
          <a:prstGeom prst="rect">
            <a:avLst/>
          </a:prstGeom>
        </p:spPr>
        <p:txBody>
          <a:bodyPr wrap="none">
            <a:spAutoFit/>
          </a:bodyPr>
          <a:lstStyle/>
          <a:p>
            <a:r>
              <a:rPr lang="en-US" altLang="zh-CN" dirty="0">
                <a:solidFill>
                  <a:schemeClr val="accent2"/>
                </a:solidFill>
              </a:rPr>
              <a:t>Examples:</a:t>
            </a:r>
            <a:r>
              <a:rPr lang="zh-CN" altLang="en-US" dirty="0">
                <a:solidFill>
                  <a:schemeClr val="accent2"/>
                </a:solidFill>
              </a:rPr>
              <a:t> </a:t>
            </a:r>
            <a:r>
              <a:rPr lang="en-US" altLang="zh-CN" dirty="0">
                <a:solidFill>
                  <a:schemeClr val="accent2"/>
                </a:solidFill>
              </a:rPr>
              <a:t>Video</a:t>
            </a:r>
            <a:r>
              <a:rPr lang="zh-CN" altLang="en-US" dirty="0">
                <a:solidFill>
                  <a:schemeClr val="accent2"/>
                </a:solidFill>
              </a:rPr>
              <a:t> </a:t>
            </a:r>
            <a:r>
              <a:rPr lang="en-US" altLang="zh-CN" dirty="0">
                <a:solidFill>
                  <a:schemeClr val="accent2"/>
                </a:solidFill>
              </a:rPr>
              <a:t>Games,</a:t>
            </a:r>
            <a:r>
              <a:rPr lang="zh-CN" altLang="en-US" dirty="0">
                <a:solidFill>
                  <a:schemeClr val="accent2"/>
                </a:solidFill>
              </a:rPr>
              <a:t> </a:t>
            </a:r>
            <a:r>
              <a:rPr lang="en-US" altLang="zh-CN" dirty="0">
                <a:solidFill>
                  <a:schemeClr val="accent2"/>
                </a:solidFill>
              </a:rPr>
              <a:t>Go</a:t>
            </a:r>
            <a:r>
              <a:rPr lang="zh-CN" altLang="en-US" dirty="0">
                <a:solidFill>
                  <a:schemeClr val="accent2"/>
                </a:solidFill>
              </a:rPr>
              <a:t> </a:t>
            </a:r>
            <a:r>
              <a:rPr lang="en-US" altLang="zh-CN" dirty="0">
                <a:solidFill>
                  <a:schemeClr val="accent2"/>
                </a:solidFill>
              </a:rPr>
              <a:t>Game,</a:t>
            </a:r>
            <a:r>
              <a:rPr lang="zh-CN" altLang="en-US" dirty="0">
                <a:solidFill>
                  <a:schemeClr val="accent2"/>
                </a:solidFill>
              </a:rPr>
              <a:t> </a:t>
            </a:r>
            <a:r>
              <a:rPr lang="en-US" altLang="zh-CN" dirty="0">
                <a:solidFill>
                  <a:schemeClr val="accent2"/>
                </a:solidFill>
              </a:rPr>
              <a:t>Self-Driving</a:t>
            </a:r>
            <a:r>
              <a:rPr lang="zh-CN" altLang="en-US" dirty="0">
                <a:solidFill>
                  <a:schemeClr val="accent2"/>
                </a:solidFill>
              </a:rPr>
              <a:t> </a:t>
            </a:r>
            <a:r>
              <a:rPr lang="en-US" altLang="zh-CN" dirty="0">
                <a:solidFill>
                  <a:schemeClr val="accent2"/>
                </a:solidFill>
              </a:rPr>
              <a:t>Cars</a:t>
            </a:r>
            <a:endParaRPr lang="en-US" dirty="0">
              <a:solidFill>
                <a:schemeClr val="accent2"/>
              </a:solidFill>
            </a:endParaRPr>
          </a:p>
        </p:txBody>
      </p:sp>
      <p:sp>
        <p:nvSpPr>
          <p:cNvPr id="5" name="Title 4"/>
          <p:cNvSpPr>
            <a:spLocks noGrp="1"/>
          </p:cNvSpPr>
          <p:nvPr>
            <p:ph type="title"/>
          </p:nvPr>
        </p:nvSpPr>
        <p:spPr>
          <a:xfrm>
            <a:off x="838200" y="365125"/>
            <a:ext cx="10515600" cy="1325563"/>
          </a:xfrm>
        </p:spPr>
        <p:txBody>
          <a:bodyPr/>
          <a:lstStyle/>
          <a:p>
            <a:r>
              <a:rPr lang="en-US" altLang="zh-CN" dirty="0"/>
              <a:t>Reinforcement</a:t>
            </a:r>
            <a:r>
              <a:rPr lang="zh-CN" altLang="en-US" dirty="0"/>
              <a:t> </a:t>
            </a:r>
            <a:r>
              <a:rPr lang="en-US" altLang="zh-CN" dirty="0"/>
              <a:t>Learning</a:t>
            </a:r>
            <a:endParaRPr lang="en-US" dirty="0"/>
          </a:p>
        </p:txBody>
      </p:sp>
      <p:sp>
        <p:nvSpPr>
          <p:cNvPr id="3" name="Slide Number Placeholder 2"/>
          <p:cNvSpPr>
            <a:spLocks noGrp="1"/>
          </p:cNvSpPr>
          <p:nvPr>
            <p:ph type="sldNum" sz="quarter" idx="12"/>
          </p:nvPr>
        </p:nvSpPr>
        <p:spPr>
          <a:xfrm>
            <a:off x="8610600" y="6356350"/>
            <a:ext cx="2743200" cy="365125"/>
          </a:xfrm>
        </p:spPr>
        <p:txBody>
          <a:bodyPr/>
          <a:lstStyle/>
          <a:p>
            <a:fld id="{6D49EFF0-5BC8-4886-A1D5-59C0C1A1A17F}" type="slidenum">
              <a:rPr lang="en-US" smtClean="0"/>
            </a:fld>
            <a:endParaRPr lang="en-US"/>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a:xfrm>
            <a:off x="8610600" y="6356350"/>
            <a:ext cx="2743200" cy="365125"/>
          </a:xfrm>
        </p:spPr>
        <p:txBody>
          <a:bodyPr vert="horz" lIns="91440" tIns="45720" rIns="91440" bIns="45720" rtlCol="0" anchor="ctr">
            <a:normAutofit/>
          </a:bodyPr>
          <a:lstStyle/>
          <a:p>
            <a:fld id="{7F8CBF50-853B-304C-BCA2-DB5146F0D4EA}" type="slidenum">
              <a:rPr lang="en-US" smtClean="0"/>
            </a:fld>
            <a:endParaRPr lang="en-US"/>
          </a:p>
        </p:txBody>
      </p:sp>
      <p:pic>
        <p:nvPicPr>
          <p:cNvPr id="14" name="Content Placeholder 13"/>
          <p:cNvPicPr>
            <a:picLocks noGrp="1" noChangeAspect="1"/>
          </p:cNvPicPr>
          <p:nvPr>
            <p:ph idx="1"/>
          </p:nvPr>
        </p:nvPicPr>
        <p:blipFill>
          <a:blip r:embed="rId1"/>
          <a:stretch>
            <a:fillRect/>
          </a:stretch>
        </p:blipFill>
        <p:spPr>
          <a:xfrm>
            <a:off x="327128" y="0"/>
            <a:ext cx="11537743" cy="6858000"/>
          </a:xfrm>
          <a:prstGeom prst="rect">
            <a:avLst/>
          </a:prstGeom>
        </p:spPr>
      </p:pic>
      <p:sp>
        <p:nvSpPr>
          <p:cNvPr id="7" name="TextBox 6"/>
          <p:cNvSpPr txBox="1"/>
          <p:nvPr/>
        </p:nvSpPr>
        <p:spPr>
          <a:xfrm>
            <a:off x="115408" y="6526417"/>
            <a:ext cx="5317204" cy="276999"/>
          </a:xfrm>
          <a:prstGeom prst="rect">
            <a:avLst/>
          </a:prstGeom>
          <a:noFill/>
        </p:spPr>
        <p:txBody>
          <a:bodyPr wrap="square" rtlCol="0">
            <a:spAutoFit/>
          </a:bodyPr>
          <a:lstStyle/>
          <a:p>
            <a:r>
              <a:rPr lang="en-US" altLang="zh-CN" sz="1200">
                <a:solidFill>
                  <a:schemeClr val="tx1">
                    <a:lumMod val="50000"/>
                    <a:lumOff val="50000"/>
                  </a:schemeClr>
                </a:solidFill>
              </a:rPr>
              <a:t>Source: </a:t>
            </a:r>
            <a:r>
              <a:rPr lang="en-US" sz="1200">
                <a:solidFill>
                  <a:schemeClr val="tx1">
                    <a:lumMod val="50000"/>
                    <a:lumOff val="50000"/>
                  </a:schemeClr>
                </a:solidFill>
              </a:rPr>
              <a:t>Training language models to follow instructions with human feedback</a:t>
            </a:r>
            <a:endParaRPr lang="en-US" altLang="zh-CN" sz="1200" dirty="0">
              <a:solidFill>
                <a:schemeClr val="tx1">
                  <a:lumMod val="50000"/>
                  <a:lumOff val="50000"/>
                </a:schemeClr>
              </a:solidFill>
            </a:endParaRPr>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Use the RM to Fine-tune LLM with RL</a:t>
            </a:r>
            <a:endParaRPr lang="en-US" dirty="0"/>
          </a:p>
        </p:txBody>
      </p:sp>
      <p:sp>
        <p:nvSpPr>
          <p:cNvPr id="4" name="Slide Number Placeholder 3"/>
          <p:cNvSpPr>
            <a:spLocks noGrp="1"/>
          </p:cNvSpPr>
          <p:nvPr>
            <p:ph type="sldNum" sz="quarter" idx="12"/>
          </p:nvPr>
        </p:nvSpPr>
        <p:spPr/>
        <p:txBody>
          <a:bodyPr/>
          <a:lstStyle/>
          <a:p>
            <a:fld id="{7F8CBF50-853B-304C-BCA2-DB5146F0D4EA}" type="slidenum">
              <a:rPr lang="en-US" smtClean="0"/>
            </a:fld>
            <a:endParaRPr lang="en-US"/>
          </a:p>
        </p:txBody>
      </p:sp>
      <p:sp>
        <p:nvSpPr>
          <p:cNvPr id="23" name="Rounded Rectangle 22"/>
          <p:cNvSpPr/>
          <p:nvPr/>
        </p:nvSpPr>
        <p:spPr>
          <a:xfrm>
            <a:off x="842680" y="2676283"/>
            <a:ext cx="1828800" cy="914400"/>
          </a:xfrm>
          <a:prstGeom prst="roundRect">
            <a:avLst/>
          </a:prstGeom>
        </p:spPr>
        <p:style>
          <a:lnRef idx="3">
            <a:schemeClr val="lt1"/>
          </a:lnRef>
          <a:fillRef idx="1">
            <a:schemeClr val="accent2"/>
          </a:fillRef>
          <a:effectRef idx="1">
            <a:schemeClr val="accent2"/>
          </a:effectRef>
          <a:fontRef idx="minor">
            <a:schemeClr val="lt1"/>
          </a:fontRef>
        </p:style>
        <p:txBody>
          <a:bodyPr rtlCol="0" anchor="ctr"/>
          <a:lstStyle/>
          <a:p>
            <a:pPr algn="ctr"/>
            <a:r>
              <a:rPr sz="2400" dirty="0"/>
              <a:t>Prompt</a:t>
            </a:r>
            <a:endParaRPr sz="2400" dirty="0"/>
          </a:p>
          <a:p>
            <a:pPr algn="ctr"/>
            <a:r>
              <a:rPr sz="2400" dirty="0"/>
              <a:t>Dataset</a:t>
            </a:r>
            <a:endParaRPr sz="2400" dirty="0"/>
          </a:p>
        </p:txBody>
      </p:sp>
      <p:sp>
        <p:nvSpPr>
          <p:cNvPr id="24" name="Oval 23"/>
          <p:cNvSpPr/>
          <p:nvPr/>
        </p:nvSpPr>
        <p:spPr>
          <a:xfrm>
            <a:off x="4926431" y="2221519"/>
            <a:ext cx="1823928" cy="1823928"/>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2400" dirty="0"/>
              <a:t>Fine-tuned</a:t>
            </a:r>
            <a:endParaRPr sz="2400" dirty="0"/>
          </a:p>
          <a:p>
            <a:pPr algn="ctr"/>
            <a:r>
              <a:rPr sz="2400" dirty="0"/>
              <a:t>LLM</a:t>
            </a:r>
            <a:endParaRPr sz="2400" dirty="0"/>
          </a:p>
        </p:txBody>
      </p:sp>
      <p:sp>
        <p:nvSpPr>
          <p:cNvPr id="25" name="Oval 24"/>
          <p:cNvSpPr/>
          <p:nvPr/>
        </p:nvSpPr>
        <p:spPr>
          <a:xfrm>
            <a:off x="7467600" y="4699164"/>
            <a:ext cx="1498325" cy="1498325"/>
          </a:xfrm>
          <a:prstGeom prst="ellipse">
            <a:avLst/>
          </a:prstGeom>
        </p:spPr>
        <p:style>
          <a:lnRef idx="3">
            <a:schemeClr val="lt1"/>
          </a:lnRef>
          <a:fillRef idx="1">
            <a:schemeClr val="accent6"/>
          </a:fillRef>
          <a:effectRef idx="1">
            <a:schemeClr val="accent6"/>
          </a:effectRef>
          <a:fontRef idx="minor">
            <a:schemeClr val="lt1"/>
          </a:fontRef>
        </p:style>
        <p:txBody>
          <a:bodyPr rtlCol="0" anchor="ctr"/>
          <a:lstStyle/>
          <a:p>
            <a:pPr algn="ctr"/>
            <a:r>
              <a:rPr sz="2000" dirty="0"/>
              <a:t>Reward</a:t>
            </a:r>
            <a:endParaRPr sz="2000" dirty="0"/>
          </a:p>
          <a:p>
            <a:pPr algn="ctr"/>
            <a:r>
              <a:rPr sz="2000" dirty="0"/>
              <a:t>Model</a:t>
            </a:r>
            <a:endParaRPr sz="2000" dirty="0"/>
          </a:p>
        </p:txBody>
      </p:sp>
      <p:sp>
        <p:nvSpPr>
          <p:cNvPr id="26" name="Rounded Rectangle 25"/>
          <p:cNvSpPr/>
          <p:nvPr/>
        </p:nvSpPr>
        <p:spPr>
          <a:xfrm>
            <a:off x="9525000" y="2676283"/>
            <a:ext cx="1828800" cy="914400"/>
          </a:xfrm>
          <a:prstGeom prst="roundRect">
            <a:avLst/>
          </a:prstGeom>
        </p:spPr>
        <p:style>
          <a:lnRef idx="1">
            <a:schemeClr val="accent4"/>
          </a:lnRef>
          <a:fillRef idx="3">
            <a:schemeClr val="accent4"/>
          </a:fillRef>
          <a:effectRef idx="2">
            <a:schemeClr val="accent4"/>
          </a:effectRef>
          <a:fontRef idx="minor">
            <a:schemeClr val="lt1"/>
          </a:fontRef>
        </p:style>
        <p:txBody>
          <a:bodyPr rtlCol="0" anchor="ctr"/>
          <a:lstStyle/>
          <a:p>
            <a:pPr algn="ctr"/>
            <a:r>
              <a:rPr sz="2400" dirty="0"/>
              <a:t>RL</a:t>
            </a:r>
            <a:endParaRPr sz="2400" dirty="0"/>
          </a:p>
          <a:p>
            <a:pPr algn="ctr"/>
            <a:r>
              <a:rPr sz="2400" dirty="0"/>
              <a:t>Algorithm</a:t>
            </a:r>
            <a:endParaRPr sz="2400" dirty="0"/>
          </a:p>
        </p:txBody>
      </p:sp>
      <p:sp>
        <p:nvSpPr>
          <p:cNvPr id="31" name="TextBox 30"/>
          <p:cNvSpPr txBox="1"/>
          <p:nvPr/>
        </p:nvSpPr>
        <p:spPr>
          <a:xfrm>
            <a:off x="10504842" y="4516316"/>
            <a:ext cx="476412" cy="369332"/>
          </a:xfrm>
          <a:prstGeom prst="rect">
            <a:avLst/>
          </a:prstGeom>
          <a:noFill/>
        </p:spPr>
        <p:txBody>
          <a:bodyPr wrap="none">
            <a:spAutoFit/>
          </a:bodyPr>
          <a:lstStyle/>
          <a:p>
            <a:r>
              <a:rPr lang="en-US" dirty="0"/>
              <a:t>1.2</a:t>
            </a:r>
            <a:endParaRPr dirty="0"/>
          </a:p>
        </p:txBody>
      </p:sp>
      <p:cxnSp>
        <p:nvCxnSpPr>
          <p:cNvPr id="33" name="Straight Arrow Connector 32"/>
          <p:cNvCxnSpPr>
            <a:stCxn id="23" idx="3"/>
            <a:endCxn id="24" idx="2"/>
          </p:cNvCxnSpPr>
          <p:nvPr/>
        </p:nvCxnSpPr>
        <p:spPr>
          <a:xfrm>
            <a:off x="2671480" y="3133483"/>
            <a:ext cx="2254951" cy="0"/>
          </a:xfrm>
          <a:prstGeom prst="straightConnector1">
            <a:avLst/>
          </a:prstGeom>
          <a:ln w="38100">
            <a:solidFill>
              <a:schemeClr val="tx1">
                <a:lumMod val="50000"/>
                <a:lumOff val="50000"/>
              </a:schemeClr>
            </a:solidFill>
            <a:tailEnd type="triangle"/>
          </a:ln>
        </p:spPr>
        <p:style>
          <a:lnRef idx="1">
            <a:schemeClr val="dk1"/>
          </a:lnRef>
          <a:fillRef idx="0">
            <a:schemeClr val="dk1"/>
          </a:fillRef>
          <a:effectRef idx="0">
            <a:schemeClr val="dk1"/>
          </a:effectRef>
          <a:fontRef idx="minor">
            <a:schemeClr val="tx1"/>
          </a:fontRef>
        </p:style>
      </p:cxnSp>
      <p:cxnSp>
        <p:nvCxnSpPr>
          <p:cNvPr id="34" name="Straight Arrow Connector 33"/>
          <p:cNvCxnSpPr>
            <a:stCxn id="26" idx="1"/>
            <a:endCxn id="24" idx="6"/>
          </p:cNvCxnSpPr>
          <p:nvPr/>
        </p:nvCxnSpPr>
        <p:spPr>
          <a:xfrm flipH="1">
            <a:off x="6750359" y="3133483"/>
            <a:ext cx="2774641" cy="0"/>
          </a:xfrm>
          <a:prstGeom prst="straightConnector1">
            <a:avLst/>
          </a:prstGeom>
          <a:ln w="38100">
            <a:solidFill>
              <a:schemeClr val="tx1">
                <a:lumMod val="50000"/>
                <a:lumOff val="50000"/>
              </a:schemeClr>
            </a:solidFill>
            <a:tailEnd type="triangle"/>
          </a:ln>
        </p:spPr>
        <p:style>
          <a:lnRef idx="1">
            <a:schemeClr val="dk1"/>
          </a:lnRef>
          <a:fillRef idx="0">
            <a:schemeClr val="dk1"/>
          </a:fillRef>
          <a:effectRef idx="0">
            <a:schemeClr val="dk1"/>
          </a:effectRef>
          <a:fontRef idx="minor">
            <a:schemeClr val="tx1"/>
          </a:fontRef>
        </p:style>
      </p:cxnSp>
      <p:cxnSp>
        <p:nvCxnSpPr>
          <p:cNvPr id="53" name="Elbow Connector 52"/>
          <p:cNvCxnSpPr>
            <a:stCxn id="25" idx="6"/>
          </p:cNvCxnSpPr>
          <p:nvPr/>
        </p:nvCxnSpPr>
        <p:spPr>
          <a:xfrm flipV="1">
            <a:off x="8965925" y="3590683"/>
            <a:ext cx="1526367" cy="1857644"/>
          </a:xfrm>
          <a:prstGeom prst="bentConnector2">
            <a:avLst/>
          </a:prstGeom>
          <a:ln w="38100">
            <a:solidFill>
              <a:schemeClr val="tx1">
                <a:lumMod val="50000"/>
                <a:lumOff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57" name="Elbow Connector 56"/>
          <p:cNvCxnSpPr>
            <a:stCxn id="24" idx="4"/>
            <a:endCxn id="25" idx="2"/>
          </p:cNvCxnSpPr>
          <p:nvPr/>
        </p:nvCxnSpPr>
        <p:spPr>
          <a:xfrm rot="16200000" flipH="1">
            <a:off x="5951557" y="3932284"/>
            <a:ext cx="1402880" cy="1629205"/>
          </a:xfrm>
          <a:prstGeom prst="bentConnector2">
            <a:avLst/>
          </a:prstGeom>
          <a:ln w="38100">
            <a:solidFill>
              <a:schemeClr val="tx1">
                <a:lumMod val="50000"/>
                <a:lumOff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62" name="TextBox 61"/>
          <p:cNvSpPr txBox="1"/>
          <p:nvPr/>
        </p:nvSpPr>
        <p:spPr>
          <a:xfrm>
            <a:off x="907229" y="3736424"/>
            <a:ext cx="2141668" cy="369332"/>
          </a:xfrm>
          <a:prstGeom prst="rect">
            <a:avLst/>
          </a:prstGeom>
          <a:noFill/>
        </p:spPr>
        <p:txBody>
          <a:bodyPr wrap="square" rtlCol="0">
            <a:spAutoFit/>
          </a:bodyPr>
          <a:lstStyle/>
          <a:p>
            <a:r>
              <a:rPr lang="en-US" dirty="0"/>
              <a:t>A tree is …</a:t>
            </a:r>
            <a:endParaRPr lang="en-US" dirty="0"/>
          </a:p>
        </p:txBody>
      </p:sp>
      <p:sp>
        <p:nvSpPr>
          <p:cNvPr id="63" name="TextBox 62"/>
          <p:cNvSpPr txBox="1"/>
          <p:nvPr/>
        </p:nvSpPr>
        <p:spPr>
          <a:xfrm>
            <a:off x="6176427" y="3960258"/>
            <a:ext cx="3579609" cy="369332"/>
          </a:xfrm>
          <a:prstGeom prst="rect">
            <a:avLst/>
          </a:prstGeom>
          <a:noFill/>
        </p:spPr>
        <p:txBody>
          <a:bodyPr wrap="square" rtlCol="0">
            <a:spAutoFit/>
          </a:bodyPr>
          <a:lstStyle/>
          <a:p>
            <a:r>
              <a:rPr lang="en-US" dirty="0"/>
              <a:t>… a provider of shade and shelter.</a:t>
            </a:r>
            <a:endParaRPr lang="en-US" dirty="0"/>
          </a:p>
        </p:txBody>
      </p:sp>
      <p:sp>
        <p:nvSpPr>
          <p:cNvPr id="75" name="TextBox 74"/>
          <p:cNvSpPr txBox="1"/>
          <p:nvPr/>
        </p:nvSpPr>
        <p:spPr>
          <a:xfrm>
            <a:off x="4547558" y="6400412"/>
            <a:ext cx="3096883" cy="276999"/>
          </a:xfrm>
          <a:prstGeom prst="rect">
            <a:avLst/>
          </a:prstGeom>
          <a:noFill/>
        </p:spPr>
        <p:txBody>
          <a:bodyPr wrap="square" rtlCol="0">
            <a:spAutoFit/>
          </a:bodyPr>
          <a:lstStyle/>
          <a:p>
            <a:pPr algn="ctr"/>
            <a:r>
              <a:rPr lang="en-US" altLang="zh-CN" sz="1200" dirty="0">
                <a:solidFill>
                  <a:schemeClr val="tx1">
                    <a:lumMod val="50000"/>
                    <a:lumOff val="50000"/>
                  </a:schemeClr>
                </a:solidFill>
              </a:rPr>
              <a:t>Source: </a:t>
            </a:r>
            <a:r>
              <a:rPr lang="en-US" altLang="zh-CN" sz="1200" dirty="0" err="1">
                <a:solidFill>
                  <a:schemeClr val="tx1">
                    <a:lumMod val="50000"/>
                    <a:lumOff val="50000"/>
                  </a:schemeClr>
                </a:solidFill>
              </a:rPr>
              <a:t>DeepLearning.AI</a:t>
            </a:r>
            <a:r>
              <a:rPr lang="en-US" altLang="zh-CN" sz="1200" dirty="0">
                <a:solidFill>
                  <a:schemeClr val="tx1">
                    <a:lumMod val="50000"/>
                    <a:lumOff val="50000"/>
                  </a:schemeClr>
                </a:solidFill>
              </a:rPr>
              <a:t> / AWS</a:t>
            </a:r>
            <a:endParaRPr lang="en-US" altLang="zh-CN" sz="1200" dirty="0">
              <a:solidFill>
                <a:schemeClr val="tx1">
                  <a:lumMod val="50000"/>
                  <a:lumOff val="50000"/>
                </a:schemeClr>
              </a:solidFill>
            </a:endParaRPr>
          </a:p>
        </p:txBody>
      </p:sp>
      <p:sp>
        <p:nvSpPr>
          <p:cNvPr id="3" name="Rectangle 2"/>
          <p:cNvSpPr/>
          <p:nvPr/>
        </p:nvSpPr>
        <p:spPr>
          <a:xfrm>
            <a:off x="4547558" y="1925619"/>
            <a:ext cx="7102974" cy="4430731"/>
          </a:xfrm>
          <a:prstGeom prst="rect">
            <a:avLst/>
          </a:prstGeom>
          <a:noFill/>
          <a:ln w="19050">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p:cNvSpPr txBox="1"/>
          <p:nvPr/>
        </p:nvSpPr>
        <p:spPr>
          <a:xfrm>
            <a:off x="10917539" y="5907588"/>
            <a:ext cx="872521" cy="369332"/>
          </a:xfrm>
          <a:prstGeom prst="rect">
            <a:avLst/>
          </a:prstGeom>
          <a:noFill/>
        </p:spPr>
        <p:txBody>
          <a:bodyPr wrap="square" rtlCol="0">
            <a:spAutoFit/>
          </a:bodyPr>
          <a:lstStyle/>
          <a:p>
            <a:r>
              <a:rPr lang="en-US" dirty="0"/>
              <a:t>RLHF</a:t>
            </a:r>
            <a:endParaRPr lang="en-US" dirty="0"/>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Use the RM to Fine-tune LLM with RL</a:t>
            </a:r>
            <a:endParaRPr lang="en-US" dirty="0"/>
          </a:p>
        </p:txBody>
      </p:sp>
      <p:sp>
        <p:nvSpPr>
          <p:cNvPr id="4" name="Slide Number Placeholder 3"/>
          <p:cNvSpPr>
            <a:spLocks noGrp="1"/>
          </p:cNvSpPr>
          <p:nvPr>
            <p:ph type="sldNum" sz="quarter" idx="12"/>
          </p:nvPr>
        </p:nvSpPr>
        <p:spPr/>
        <p:txBody>
          <a:bodyPr/>
          <a:lstStyle/>
          <a:p>
            <a:fld id="{7F8CBF50-853B-304C-BCA2-DB5146F0D4EA}" type="slidenum">
              <a:rPr lang="en-US" smtClean="0"/>
            </a:fld>
            <a:endParaRPr lang="en-US"/>
          </a:p>
        </p:txBody>
      </p:sp>
      <p:sp>
        <p:nvSpPr>
          <p:cNvPr id="23" name="Rounded Rectangle 22"/>
          <p:cNvSpPr/>
          <p:nvPr/>
        </p:nvSpPr>
        <p:spPr>
          <a:xfrm>
            <a:off x="842680" y="2676283"/>
            <a:ext cx="1828800" cy="914400"/>
          </a:xfrm>
          <a:prstGeom prst="roundRect">
            <a:avLst/>
          </a:prstGeom>
        </p:spPr>
        <p:style>
          <a:lnRef idx="3">
            <a:schemeClr val="lt1"/>
          </a:lnRef>
          <a:fillRef idx="1">
            <a:schemeClr val="accent2"/>
          </a:fillRef>
          <a:effectRef idx="1">
            <a:schemeClr val="accent2"/>
          </a:effectRef>
          <a:fontRef idx="minor">
            <a:schemeClr val="lt1"/>
          </a:fontRef>
        </p:style>
        <p:txBody>
          <a:bodyPr rtlCol="0" anchor="ctr"/>
          <a:lstStyle/>
          <a:p>
            <a:pPr algn="ctr"/>
            <a:r>
              <a:rPr sz="2400" dirty="0"/>
              <a:t>Prompt</a:t>
            </a:r>
            <a:endParaRPr sz="2400" dirty="0"/>
          </a:p>
          <a:p>
            <a:pPr algn="ctr"/>
            <a:r>
              <a:rPr sz="2400" dirty="0"/>
              <a:t>Dataset</a:t>
            </a:r>
            <a:endParaRPr sz="2400" dirty="0"/>
          </a:p>
        </p:txBody>
      </p:sp>
      <p:sp>
        <p:nvSpPr>
          <p:cNvPr id="24" name="Oval 23"/>
          <p:cNvSpPr/>
          <p:nvPr/>
        </p:nvSpPr>
        <p:spPr>
          <a:xfrm>
            <a:off x="4926431" y="2221519"/>
            <a:ext cx="1823928" cy="1823928"/>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2400" dirty="0"/>
              <a:t>Human-aligned</a:t>
            </a:r>
            <a:endParaRPr sz="2400" dirty="0"/>
          </a:p>
          <a:p>
            <a:pPr algn="ctr"/>
            <a:r>
              <a:rPr sz="2400" dirty="0"/>
              <a:t>LLM</a:t>
            </a:r>
            <a:endParaRPr sz="2400" dirty="0"/>
          </a:p>
        </p:txBody>
      </p:sp>
      <p:sp>
        <p:nvSpPr>
          <p:cNvPr id="25" name="Oval 24"/>
          <p:cNvSpPr/>
          <p:nvPr/>
        </p:nvSpPr>
        <p:spPr>
          <a:xfrm>
            <a:off x="7467600" y="4699164"/>
            <a:ext cx="1498325" cy="1498325"/>
          </a:xfrm>
          <a:prstGeom prst="ellipse">
            <a:avLst/>
          </a:prstGeom>
        </p:spPr>
        <p:style>
          <a:lnRef idx="3">
            <a:schemeClr val="lt1"/>
          </a:lnRef>
          <a:fillRef idx="1">
            <a:schemeClr val="accent6"/>
          </a:fillRef>
          <a:effectRef idx="1">
            <a:schemeClr val="accent6"/>
          </a:effectRef>
          <a:fontRef idx="minor">
            <a:schemeClr val="lt1"/>
          </a:fontRef>
        </p:style>
        <p:txBody>
          <a:bodyPr rtlCol="0" anchor="ctr"/>
          <a:lstStyle/>
          <a:p>
            <a:pPr algn="ctr"/>
            <a:r>
              <a:rPr sz="2000" dirty="0"/>
              <a:t>Reward</a:t>
            </a:r>
            <a:endParaRPr sz="2000" dirty="0"/>
          </a:p>
          <a:p>
            <a:pPr algn="ctr"/>
            <a:r>
              <a:rPr sz="2000" dirty="0"/>
              <a:t>Model</a:t>
            </a:r>
            <a:endParaRPr sz="2000" dirty="0"/>
          </a:p>
        </p:txBody>
      </p:sp>
      <p:sp>
        <p:nvSpPr>
          <p:cNvPr id="26" name="Rounded Rectangle 25"/>
          <p:cNvSpPr/>
          <p:nvPr/>
        </p:nvSpPr>
        <p:spPr>
          <a:xfrm>
            <a:off x="9525000" y="2676283"/>
            <a:ext cx="1828800" cy="914400"/>
          </a:xfrm>
          <a:prstGeom prst="roundRect">
            <a:avLst/>
          </a:prstGeom>
        </p:spPr>
        <p:style>
          <a:lnRef idx="1">
            <a:schemeClr val="accent4"/>
          </a:lnRef>
          <a:fillRef idx="3">
            <a:schemeClr val="accent4"/>
          </a:fillRef>
          <a:effectRef idx="2">
            <a:schemeClr val="accent4"/>
          </a:effectRef>
          <a:fontRef idx="minor">
            <a:schemeClr val="lt1"/>
          </a:fontRef>
        </p:style>
        <p:txBody>
          <a:bodyPr rtlCol="0" anchor="ctr"/>
          <a:lstStyle/>
          <a:p>
            <a:pPr algn="ctr"/>
            <a:r>
              <a:rPr sz="2400" dirty="0"/>
              <a:t>RL</a:t>
            </a:r>
            <a:endParaRPr sz="2400" dirty="0"/>
          </a:p>
          <a:p>
            <a:pPr algn="ctr"/>
            <a:r>
              <a:rPr sz="2400" dirty="0"/>
              <a:t>Algorithm</a:t>
            </a:r>
            <a:endParaRPr sz="2400" dirty="0"/>
          </a:p>
        </p:txBody>
      </p:sp>
      <p:sp>
        <p:nvSpPr>
          <p:cNvPr id="31" name="TextBox 30"/>
          <p:cNvSpPr txBox="1"/>
          <p:nvPr/>
        </p:nvSpPr>
        <p:spPr>
          <a:xfrm>
            <a:off x="10504842" y="4516316"/>
            <a:ext cx="476412" cy="369332"/>
          </a:xfrm>
          <a:prstGeom prst="rect">
            <a:avLst/>
          </a:prstGeom>
          <a:noFill/>
        </p:spPr>
        <p:txBody>
          <a:bodyPr wrap="none">
            <a:spAutoFit/>
          </a:bodyPr>
          <a:lstStyle/>
          <a:p>
            <a:r>
              <a:rPr lang="en-US" dirty="0"/>
              <a:t>2.6</a:t>
            </a:r>
            <a:endParaRPr dirty="0"/>
          </a:p>
        </p:txBody>
      </p:sp>
      <p:cxnSp>
        <p:nvCxnSpPr>
          <p:cNvPr id="33" name="Straight Arrow Connector 32"/>
          <p:cNvCxnSpPr>
            <a:stCxn id="23" idx="3"/>
            <a:endCxn id="24" idx="2"/>
          </p:cNvCxnSpPr>
          <p:nvPr/>
        </p:nvCxnSpPr>
        <p:spPr>
          <a:xfrm>
            <a:off x="2671480" y="3133483"/>
            <a:ext cx="2254951" cy="0"/>
          </a:xfrm>
          <a:prstGeom prst="straightConnector1">
            <a:avLst/>
          </a:prstGeom>
          <a:ln w="38100">
            <a:solidFill>
              <a:schemeClr val="tx1">
                <a:lumMod val="50000"/>
                <a:lumOff val="50000"/>
              </a:schemeClr>
            </a:solidFill>
            <a:tailEnd type="triangle"/>
          </a:ln>
        </p:spPr>
        <p:style>
          <a:lnRef idx="1">
            <a:schemeClr val="dk1"/>
          </a:lnRef>
          <a:fillRef idx="0">
            <a:schemeClr val="dk1"/>
          </a:fillRef>
          <a:effectRef idx="0">
            <a:schemeClr val="dk1"/>
          </a:effectRef>
          <a:fontRef idx="minor">
            <a:schemeClr val="tx1"/>
          </a:fontRef>
        </p:style>
      </p:cxnSp>
      <p:cxnSp>
        <p:nvCxnSpPr>
          <p:cNvPr id="34" name="Straight Arrow Connector 33"/>
          <p:cNvCxnSpPr>
            <a:stCxn id="26" idx="1"/>
            <a:endCxn id="24" idx="6"/>
          </p:cNvCxnSpPr>
          <p:nvPr/>
        </p:nvCxnSpPr>
        <p:spPr>
          <a:xfrm flipH="1">
            <a:off x="6750359" y="3133483"/>
            <a:ext cx="2774641" cy="0"/>
          </a:xfrm>
          <a:prstGeom prst="straightConnector1">
            <a:avLst/>
          </a:prstGeom>
          <a:ln w="38100">
            <a:solidFill>
              <a:schemeClr val="tx1">
                <a:lumMod val="50000"/>
                <a:lumOff val="50000"/>
              </a:schemeClr>
            </a:solidFill>
            <a:tailEnd type="triangle"/>
          </a:ln>
        </p:spPr>
        <p:style>
          <a:lnRef idx="1">
            <a:schemeClr val="dk1"/>
          </a:lnRef>
          <a:fillRef idx="0">
            <a:schemeClr val="dk1"/>
          </a:fillRef>
          <a:effectRef idx="0">
            <a:schemeClr val="dk1"/>
          </a:effectRef>
          <a:fontRef idx="minor">
            <a:schemeClr val="tx1"/>
          </a:fontRef>
        </p:style>
      </p:cxnSp>
      <p:cxnSp>
        <p:nvCxnSpPr>
          <p:cNvPr id="53" name="Elbow Connector 52"/>
          <p:cNvCxnSpPr>
            <a:stCxn id="25" idx="6"/>
          </p:cNvCxnSpPr>
          <p:nvPr/>
        </p:nvCxnSpPr>
        <p:spPr>
          <a:xfrm flipV="1">
            <a:off x="8965925" y="3590683"/>
            <a:ext cx="1526367" cy="1857644"/>
          </a:xfrm>
          <a:prstGeom prst="bentConnector2">
            <a:avLst/>
          </a:prstGeom>
          <a:ln w="38100">
            <a:solidFill>
              <a:schemeClr val="tx1">
                <a:lumMod val="50000"/>
                <a:lumOff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57" name="Elbow Connector 56"/>
          <p:cNvCxnSpPr>
            <a:stCxn id="24" idx="4"/>
            <a:endCxn id="25" idx="2"/>
          </p:cNvCxnSpPr>
          <p:nvPr/>
        </p:nvCxnSpPr>
        <p:spPr>
          <a:xfrm rot="16200000" flipH="1">
            <a:off x="5951557" y="3932284"/>
            <a:ext cx="1402880" cy="1629205"/>
          </a:xfrm>
          <a:prstGeom prst="bentConnector2">
            <a:avLst/>
          </a:prstGeom>
          <a:ln w="38100">
            <a:solidFill>
              <a:schemeClr val="tx1">
                <a:lumMod val="50000"/>
                <a:lumOff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62" name="TextBox 61"/>
          <p:cNvSpPr txBox="1"/>
          <p:nvPr/>
        </p:nvSpPr>
        <p:spPr>
          <a:xfrm>
            <a:off x="907229" y="3736424"/>
            <a:ext cx="2141668" cy="369332"/>
          </a:xfrm>
          <a:prstGeom prst="rect">
            <a:avLst/>
          </a:prstGeom>
          <a:noFill/>
        </p:spPr>
        <p:txBody>
          <a:bodyPr wrap="square" rtlCol="0">
            <a:spAutoFit/>
          </a:bodyPr>
          <a:lstStyle/>
          <a:p>
            <a:r>
              <a:rPr lang="en-US" dirty="0"/>
              <a:t>A tree is …</a:t>
            </a:r>
            <a:endParaRPr lang="en-US" dirty="0"/>
          </a:p>
        </p:txBody>
      </p:sp>
      <p:sp>
        <p:nvSpPr>
          <p:cNvPr id="63" name="TextBox 62"/>
          <p:cNvSpPr txBox="1"/>
          <p:nvPr/>
        </p:nvSpPr>
        <p:spPr>
          <a:xfrm>
            <a:off x="6176427" y="3960258"/>
            <a:ext cx="3871215" cy="369332"/>
          </a:xfrm>
          <a:prstGeom prst="rect">
            <a:avLst/>
          </a:prstGeom>
          <a:noFill/>
        </p:spPr>
        <p:txBody>
          <a:bodyPr wrap="square" rtlCol="0">
            <a:spAutoFit/>
          </a:bodyPr>
          <a:lstStyle/>
          <a:p>
            <a:r>
              <a:rPr lang="en-US" dirty="0"/>
              <a:t>… a symbol of strength and resilience.</a:t>
            </a:r>
            <a:endParaRPr lang="en-US" dirty="0"/>
          </a:p>
        </p:txBody>
      </p:sp>
      <p:sp>
        <p:nvSpPr>
          <p:cNvPr id="75" name="TextBox 74"/>
          <p:cNvSpPr txBox="1"/>
          <p:nvPr/>
        </p:nvSpPr>
        <p:spPr>
          <a:xfrm>
            <a:off x="4547558" y="6400412"/>
            <a:ext cx="3096883" cy="276999"/>
          </a:xfrm>
          <a:prstGeom prst="rect">
            <a:avLst/>
          </a:prstGeom>
          <a:noFill/>
        </p:spPr>
        <p:txBody>
          <a:bodyPr wrap="square" rtlCol="0">
            <a:spAutoFit/>
          </a:bodyPr>
          <a:lstStyle/>
          <a:p>
            <a:pPr algn="ctr"/>
            <a:r>
              <a:rPr lang="en-US" altLang="zh-CN" sz="1200" dirty="0">
                <a:solidFill>
                  <a:schemeClr val="tx1">
                    <a:lumMod val="50000"/>
                    <a:lumOff val="50000"/>
                  </a:schemeClr>
                </a:solidFill>
              </a:rPr>
              <a:t>Source: </a:t>
            </a:r>
            <a:r>
              <a:rPr lang="en-US" altLang="zh-CN" sz="1200" dirty="0" err="1">
                <a:solidFill>
                  <a:schemeClr val="tx1">
                    <a:lumMod val="50000"/>
                    <a:lumOff val="50000"/>
                  </a:schemeClr>
                </a:solidFill>
              </a:rPr>
              <a:t>DeepLearning.AI</a:t>
            </a:r>
            <a:r>
              <a:rPr lang="en-US" altLang="zh-CN" sz="1200" dirty="0">
                <a:solidFill>
                  <a:schemeClr val="tx1">
                    <a:lumMod val="50000"/>
                    <a:lumOff val="50000"/>
                  </a:schemeClr>
                </a:solidFill>
              </a:rPr>
              <a:t> / AWS</a:t>
            </a:r>
            <a:endParaRPr lang="en-US" altLang="zh-CN" sz="1200" dirty="0">
              <a:solidFill>
                <a:schemeClr val="tx1">
                  <a:lumMod val="50000"/>
                  <a:lumOff val="50000"/>
                </a:schemeClr>
              </a:solidFill>
            </a:endParaRPr>
          </a:p>
        </p:txBody>
      </p:sp>
      <p:sp>
        <p:nvSpPr>
          <p:cNvPr id="3" name="Rectangle 2"/>
          <p:cNvSpPr/>
          <p:nvPr/>
        </p:nvSpPr>
        <p:spPr>
          <a:xfrm>
            <a:off x="4547558" y="1925619"/>
            <a:ext cx="7102974" cy="4430731"/>
          </a:xfrm>
          <a:prstGeom prst="rect">
            <a:avLst/>
          </a:prstGeom>
          <a:noFill/>
          <a:ln w="19050">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p:cNvSpPr txBox="1"/>
          <p:nvPr/>
        </p:nvSpPr>
        <p:spPr>
          <a:xfrm>
            <a:off x="10917539" y="5907588"/>
            <a:ext cx="872521" cy="369332"/>
          </a:xfrm>
          <a:prstGeom prst="rect">
            <a:avLst/>
          </a:prstGeom>
          <a:noFill/>
        </p:spPr>
        <p:txBody>
          <a:bodyPr wrap="square" rtlCol="0">
            <a:spAutoFit/>
          </a:bodyPr>
          <a:lstStyle/>
          <a:p>
            <a:r>
              <a:rPr lang="en-US" dirty="0"/>
              <a:t>RLHF</a:t>
            </a:r>
            <a:endParaRPr lang="en-US" dirty="0"/>
          </a:p>
        </p:txBody>
      </p:sp>
    </p:spTree>
  </p:cSld>
  <p:clrMapOvr>
    <a:masterClrMapping/>
  </p:clrMapOvr>
</p:sld>
</file>

<file path=ppt/tags/tag1.xml><?xml version="1.0" encoding="utf-8"?>
<p:tagLst xmlns:p="http://schemas.openxmlformats.org/presentationml/2006/main">
  <p:tag name="TIMING" val="|40.1"/>
</p:tagLst>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14442</Words>
  <Application>WPS 演示</Application>
  <PresentationFormat>Widescreen</PresentationFormat>
  <Paragraphs>834</Paragraphs>
  <Slides>66</Slides>
  <Notes>9</Notes>
  <HiddenSlides>0</HiddenSlides>
  <MMClips>0</MMClips>
  <ScaleCrop>false</ScaleCrop>
  <HeadingPairs>
    <vt:vector size="6" baseType="variant">
      <vt:variant>
        <vt:lpstr>已用的字体</vt:lpstr>
      </vt:variant>
      <vt:variant>
        <vt:i4>14</vt:i4>
      </vt:variant>
      <vt:variant>
        <vt:lpstr>主题</vt:lpstr>
      </vt:variant>
      <vt:variant>
        <vt:i4>1</vt:i4>
      </vt:variant>
      <vt:variant>
        <vt:lpstr>幻灯片标题</vt:lpstr>
      </vt:variant>
      <vt:variant>
        <vt:i4>66</vt:i4>
      </vt:variant>
    </vt:vector>
  </HeadingPairs>
  <TitlesOfParts>
    <vt:vector size="81" baseType="lpstr">
      <vt:lpstr>Arial</vt:lpstr>
      <vt:lpstr>宋体</vt:lpstr>
      <vt:lpstr>Wingdings</vt:lpstr>
      <vt:lpstr>Calibri Light</vt:lpstr>
      <vt:lpstr>Calibri</vt:lpstr>
      <vt:lpstr>微软雅黑</vt:lpstr>
      <vt:lpstr>Arial Unicode MS</vt:lpstr>
      <vt:lpstr>等线</vt:lpstr>
      <vt:lpstr>Aptos</vt:lpstr>
      <vt:lpstr>Segoe UI</vt:lpstr>
      <vt:lpstr>Times New Roman</vt:lpstr>
      <vt:lpstr>Upworkrza</vt:lpstr>
      <vt:lpstr>Liberation Mono</vt:lpstr>
      <vt:lpstr>等线 Light</vt:lpstr>
      <vt:lpstr>Office Theme</vt:lpstr>
      <vt:lpstr>Fine Tuning LLMs</vt:lpstr>
      <vt:lpstr>PowerPoint 演示文稿</vt:lpstr>
      <vt:lpstr>Outline</vt:lpstr>
      <vt:lpstr>ML vs. LLM</vt:lpstr>
      <vt:lpstr>In-context Learning</vt:lpstr>
      <vt:lpstr>PowerPoint 演示文稿</vt:lpstr>
      <vt:lpstr>Fine-tuning</vt:lpstr>
      <vt:lpstr>Fine-tuning Large Language Models</vt:lpstr>
      <vt:lpstr>Why Fine-tuning?</vt:lpstr>
      <vt:lpstr>Common use cases</vt:lpstr>
      <vt:lpstr>Instruction Tuning</vt:lpstr>
      <vt:lpstr>Earlier LLMs</vt:lpstr>
      <vt:lpstr>Instruction-tuned LLMs</vt:lpstr>
      <vt:lpstr>Benefits of Instruction Tuning</vt:lpstr>
      <vt:lpstr>Fine-tuning Steps</vt:lpstr>
      <vt:lpstr>OpenAI models that can be fine-tuned</vt:lpstr>
      <vt:lpstr>Evaluation</vt:lpstr>
      <vt:lpstr>Common Similarity Metrics</vt:lpstr>
      <vt:lpstr>Machine Translation Evaluation Metrics</vt:lpstr>
      <vt:lpstr>Freelancing Service Text Multi-label Classification</vt:lpstr>
      <vt:lpstr>The Impact of ChatGPT</vt:lpstr>
      <vt:lpstr>Online Freelance Labor Market </vt:lpstr>
      <vt:lpstr>Three Stages of the Writing Process</vt:lpstr>
      <vt:lpstr>Three Stages of the Writing Process</vt:lpstr>
      <vt:lpstr>Datasets</vt:lpstr>
      <vt:lpstr>PowerPoint 演示文稿</vt:lpstr>
      <vt:lpstr>Data Dictionary</vt:lpstr>
      <vt:lpstr>Ground Truth Labels</vt:lpstr>
      <vt:lpstr>PowerPoint 演示文稿</vt:lpstr>
      <vt:lpstr>PowerPoint 演示文稿</vt:lpstr>
      <vt:lpstr>Python Program: ft.py</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ft_evaluation.xlsx Data Distribution</vt:lpstr>
      <vt:lpstr>Evaluation: Classification Report</vt:lpstr>
      <vt:lpstr>Evaluation: Multilabel Confusion Matrix</vt:lpstr>
      <vt:lpstr>Catastrophic Forgetting</vt:lpstr>
      <vt:lpstr>How to Avoid Catastrophic Forgetting</vt:lpstr>
      <vt:lpstr>Parameter-Efficient Fine-Tuning Methods</vt:lpstr>
      <vt:lpstr>LoRA: Low-Rank Adaptation of LLMs</vt:lpstr>
      <vt:lpstr>LoRA: Low-Rank Adaptation of LLMs</vt:lpstr>
      <vt:lpstr>LoRA: Low-Rank Adaptation of LLMs</vt:lpstr>
      <vt:lpstr>LoRA: Low-Rank Adaptation of LLMs</vt:lpstr>
      <vt:lpstr>LoRA: Low-Rank Adaptation of LLMs</vt:lpstr>
      <vt:lpstr>Parameter Reduction</vt:lpstr>
      <vt:lpstr>Advantages of LoRA</vt:lpstr>
      <vt:lpstr>Quantized LoRA (QLoRA)</vt:lpstr>
      <vt:lpstr>Quantized LoRA (QLoRA)</vt:lpstr>
      <vt:lpstr>Prompt Tuning</vt:lpstr>
      <vt:lpstr>PowerPoint 演示文稿</vt:lpstr>
      <vt:lpstr>Fine-tuning with human feedback </vt:lpstr>
      <vt:lpstr>Reinforcement Learning from Human Feedback (RLHF) </vt:lpstr>
      <vt:lpstr>Reinforcement Learning</vt:lpstr>
      <vt:lpstr>PowerPoint 演示文稿</vt:lpstr>
      <vt:lpstr>Use the RM to Fine-tune LLM with RL</vt:lpstr>
      <vt:lpstr>Use the RM to Fine-tune LLM with RL</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Knowledge Mining</dc:title>
  <dc:creator>Hailiang Chen</dc:creator>
  <cp:lastModifiedBy>WPS_1636963851</cp:lastModifiedBy>
  <cp:revision>459</cp:revision>
  <dcterms:created xsi:type="dcterms:W3CDTF">2021-01-12T07:59:00Z</dcterms:created>
  <dcterms:modified xsi:type="dcterms:W3CDTF">2026-04-21T08:54:55Z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2052-12.1.0.25865</vt:lpwstr>
  </property>
  <property fmtid="{D5CDD505-2E9C-101B-9397-08002B2CF9AE}" pid="3" name="ICV">
    <vt:lpwstr>F34E5D98C41F4E32A2EF3978C70EEACD_12</vt:lpwstr>
  </property>
</Properties>
</file>